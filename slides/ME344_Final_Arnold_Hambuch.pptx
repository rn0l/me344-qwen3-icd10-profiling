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~2:15   ·   full deck runs ~12 min; the [cut] blocks take it to ~8</a:t>
            </a:r>
          </a:p>
          <a:p/>
          <a:p>
            <a:r>
              <a:t>"Some context first, because it explains why we picked this workload.</a:t>
            </a:r>
          </a:p>
          <a:p/>
          <a:p>
            <a:r>
              <a:t>We run a startup called Dr. Findus. German GPs have to attach billing and ICD-10</a:t>
            </a:r>
          </a:p>
          <a:p>
            <a:r>
              <a:t>codes to every single consultation. We read the clinical note and propose the</a:t>
            </a:r>
          </a:p>
          <a:p>
            <a:r>
              <a:t>codes, the physician confirms each one before anything is written, which is a</a:t>
            </a:r>
          </a:p>
          <a:p>
            <a:r>
              <a:t>legal requirement here. For us reliability is the product: over-coding is not a</a:t>
            </a:r>
          </a:p>
          <a:p>
            <a:r>
              <a:t>bug, it is fraud exposure. [cut]</a:t>
            </a:r>
          </a:p>
          <a:p/>
          <a:p>
            <a:r>
              <a:t>Today that runs on hosted APIs. The question we could not answer was whether it</a:t>
            </a:r>
          </a:p>
          <a:p>
            <a:r>
              <a:t>could run on our own hardware, and what that would cost. That is an</a:t>
            </a:r>
          </a:p>
          <a:p>
            <a:r>
              <a:t>infrastructure question, not a model question, so we built the workload and</a:t>
            </a:r>
          </a:p>
          <a:p>
            <a:r>
              <a:t>measured it instead of guessing.</a:t>
            </a:r>
          </a:p>
          <a:p/>
          <a:p>
            <a:r>
              <a:t>[point at the left card, then the grey line on the right]</a:t>
            </a:r>
          </a:p>
          <a:p>
            <a:r>
              <a:t>The workload is a LoRA fine-tune of Qwen3-4B on CodiEsp: 500 training and</a:t>
            </a:r>
          </a:p>
          <a:p>
            <a:r>
              <a:t>250 development case reports, real Spanish clinical text with ICD-10 codes</a:t>
            </a:r>
          </a:p>
          <a:p>
            <a:r>
              <a:t>attached. Eight gigabytes of weights before a single activation.</a:t>
            </a:r>
          </a:p>
          <a:p/>
          <a:p>
            <a:r>
              <a:t>[point at the bar chart, bottom right]</a:t>
            </a:r>
          </a:p>
          <a:p>
            <a:r>
              <a:t>And this is the first infrastructure decision the data forces on us. The bars are</a:t>
            </a:r>
          </a:p>
          <a:p>
            <a:r>
              <a:t>how much of the corpus survives uncut at each context window. At 512 tokens only</a:t>
            </a:r>
          </a:p>
          <a:p>
            <a:r>
              <a:t>15 percent of cases fit, so most of</a:t>
            </a:r>
          </a:p>
          <a:p>
            <a:r>
              <a:t>the labels are simply cut off. At 2048 almost everything fits. We benchmark at</a:t>
            </a:r>
          </a:p>
          <a:p>
            <a:r>
              <a:t>1024, the orange bar, where about</a:t>
            </a:r>
          </a:p>
          <a:p>
            <a:r>
              <a:t>73 percent fits, because that is the</a:t>
            </a:r>
          </a:p>
          <a:p>
            <a:r>
              <a:t>honest middle: 27 percent of cases still get truncated, and doubling</a:t>
            </a:r>
          </a:p>
          <a:p>
            <a:r>
              <a:t>the window to fix it is exactly the kind of choice that costs memory and time.</a:t>
            </a:r>
          </a:p>
          <a:p>
            <a:r>
              <a:t>Slide four shows what it costs.</a:t>
            </a:r>
          </a:p>
          <a:p/>
          <a:p>
            <a:r>
              <a:t>To be clear about what is being graded: accuracy earns no marks and we report</a:t>
            </a:r>
          </a:p>
          <a:p>
            <a:r>
              <a:t>none. What we studied is where the time goes, and what it takes to run the job at</a:t>
            </a:r>
          </a:p>
          <a:p>
            <a:r>
              <a:t>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~1:45</a:t>
            </a:r>
          </a:p>
          <a:p/>
          <a:p>
            <a:r>
              <a:t>"The architecture is deliberately one code path. A single JAX program, and XLA</a:t>
            </a:r>
          </a:p>
          <a:p>
            <a:r>
              <a:t>lowers it to three different backends. No per-backend reimplementation, which is</a:t>
            </a:r>
          </a:p>
          <a:p>
            <a:r>
              <a:t>what makes the comparison honest, because all three run literally the same code.</a:t>
            </a:r>
          </a:p>
          <a:p/>
          <a:p>
            <a:r>
              <a:t>[walk the three cards left to right]</a:t>
            </a:r>
          </a:p>
          <a:p>
            <a:r>
              <a:t>[cut] Compilation: one program, LoRA applied with qwix, trained through Tunix.</a:t>
            </a:r>
          </a:p>
          <a:p>
            <a:r>
              <a:t>Orchestration: three pinned Docker images, Kubernetes Jobs across two clusters,</a:t>
            </a:r>
          </a:p>
          <a:p>
            <a:r>
              <a:t>and Kueue for admission on the TPU pool. Every manifest states its CPU, memory</a:t>
            </a:r>
          </a:p>
          <a:p>
            <a:r>
              <a:t>and accelerator limits explicitly, so nothing gets scheduled by accident.</a:t>
            </a:r>
          </a:p>
          <a:p/>
          <a:p>
            <a:r>
              <a:t>[point at the orange strip across the middle]</a:t>
            </a:r>
          </a:p>
          <a:p>
            <a:r>
              <a:t>This strip is the data path, and it is where one of our two headline results</a:t>
            </a:r>
          </a:p>
          <a:p>
            <a:r>
              <a:t>comes from. The eight-gigabyte checkpoint lives in a bucket in the same region,</a:t>
            </a:r>
          </a:p>
          <a:p>
            <a:r>
              <a:t>gets mounted into the pod by the gcsfuse CSI driver, and is read from /gcs at</a:t>
            </a:r>
          </a:p>
          <a:p>
            <a:r>
              <a:t>startup. We deliberately left the file cache on that mount as a knob instead of</a:t>
            </a:r>
          </a:p>
          <a:p>
            <a:r>
              <a:t>fixing it, because that knob turned out to be the experiment. Luis comes back to</a:t>
            </a:r>
          </a:p>
          <a:p>
            <a:r>
              <a:t>it on slide four.</a:t>
            </a:r>
          </a:p>
          <a:p/>
          <a:p>
            <a:r>
              <a:t>[point at the table, GPU row]</a:t>
            </a:r>
          </a:p>
          <a:p>
            <a:r>
              <a:t>One line to flag before I hand over. The GH200's host processor is ARM64, not</a:t>
            </a:r>
          </a:p>
          <a:p>
            <a:r>
              <a:t>x86. That single fact cost us five separate blockers, and it is why the GPU row</a:t>
            </a:r>
          </a:p>
          <a:p>
            <a:r>
              <a:t>reads 'public image plus ConfigMap' where the TPU row reads 'private registry'.</a:t>
            </a:r>
          </a:p>
          <a:p>
            <a:r>
              <a:t>I will come back to it at the end."</a:t>
            </a:r>
          </a:p>
          <a:p/>
          <a:p>
            <a:r>
              <a:t>→ hand over to Luis.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~2:30</a:t>
            </a:r>
          </a:p>
          <a:p/>
          <a:p>
            <a:r>
              <a:t>"We did not measure total runtime and divide by steps.</a:t>
            </a:r>
          </a:p>
          <a:p/>
          <a:p>
            <a:r>
              <a:t>[point at the left table, top to bottom]</a:t>
            </a:r>
          </a:p>
          <a:p>
            <a:r>
              <a:t>Four quantities, each with a named instrument. Chip utilisation is sampled from</a:t>
            </a:r>
          </a:p>
          <a:p>
            <a:r>
              <a:t>nvidia-smi inside the pod once a second, 111 samples on the run you are</a:t>
            </a:r>
          </a:p>
          <a:p>
            <a:r>
              <a:t>looking at, and from psutil on the CPU node. Peak memory comes from JAX's own</a:t>
            </a:r>
          </a:p>
          <a:p>
            <a:r>
              <a:t>memory_stats on the accelerators and from peak resident set size on the CPU. The</a:t>
            </a:r>
          </a:p>
          <a:p>
            <a:r>
              <a:t>TPU is the honest gap here: JAX gives us its memory statistics but exposes no core</a:t>
            </a:r>
          </a:p>
          <a:p>
            <a:r>
              <a:t>utilisation counter at all, which is why that cell on the next slide says so</a:t>
            </a:r>
          </a:p>
          <a:p>
            <a:r>
              <a:t>instead of showing a number that would mean something else.</a:t>
            </a:r>
          </a:p>
          <a:p>
            <a:r>
              <a:t>[cut] Step times are reported as median, p10 and p90</a:t>
            </a:r>
          </a:p>
          <a:p>
            <a:r>
              <a:t>with the warmup steps excluded, 10 of them on this run, never as a mean,</a:t>
            </a:r>
          </a:p>
          <a:p>
            <a:r>
              <a:t>because the first step carries the compile and would poison the average. And the</a:t>
            </a:r>
          </a:p>
          <a:p>
            <a:r>
              <a:t>wall clock is decomposed into six phases that are required to sum</a:t>
            </a:r>
          </a:p>
          <a:p>
            <a:r>
              <a:t>back to the total; whatever is left over is written to a field called 'other'</a:t>
            </a:r>
          </a:p>
          <a:p>
            <a:r>
              <a:t>rather than quietly dropped.</a:t>
            </a:r>
          </a:p>
          <a:p/>
          <a:p>
            <a:r>
              <a:t>[point at the bar at the top right]</a:t>
            </a:r>
          </a:p>
          <a:p>
            <a:r>
              <a:t>That decomposition is this bar, for one real run: 733 seconds</a:t>
            </a:r>
          </a:p>
          <a:p>
            <a:r>
              <a:t>of wall clock, left to right. Scheduling, then the big grey block, which is</a:t>
            </a:r>
          </a:p>
          <a:p>
            <a:r>
              <a:t>32 percent of the run just reading the checkpoint. Then XLA compile</a:t>
            </a:r>
          </a:p>
          <a:p>
            <a:r>
              <a:t>above the bar. The orange block, 28 percent, is the only part that</a:t>
            </a:r>
          </a:p>
          <a:p>
            <a:r>
              <a:t>is arithmetic. That single picture is the whole finding of this project.</a:t>
            </a:r>
          </a:p>
          <a:p/>
          <a:p>
            <a:r>
              <a:t>[point at the table underneath]</a:t>
            </a:r>
          </a:p>
          <a:p>
            <a:r>
              <a:t>Memory: for each backend, the largest configuration that fitted and the one that</a:t>
            </a:r>
          </a:p>
          <a:p>
            <a:r>
              <a:t>did not. Two thirds occupancy on all three, and one batch step later, all three</a:t>
            </a:r>
          </a:p>
          <a:p>
            <a:r>
              <a:t>are dead. We keep those failed cells rather than dropping them, because the</a:t>
            </a:r>
          </a:p>
          <a:p>
            <a:r>
              <a:t>failure boundary is exactly what a memory chart needs.</a:t>
            </a:r>
          </a:p>
          <a:p/>
          <a:p>
            <a:r>
              <a:t>[point at the red box, left]</a:t>
            </a:r>
          </a:p>
          <a:p>
            <a:r>
              <a:t>Last, the part I would defend hardest. One run came back at ninety-three</a:t>
            </a:r>
          </a:p>
          <a:p>
            <a:r>
              <a:t>microseconds per step, eleven million tokens a second. Physically impossible, and</a:t>
            </a:r>
          </a:p>
          <a:p>
            <a:r>
              <a:t>it carried a passing status. What caught it was that the telemetry module had</a:t>
            </a:r>
          </a:p>
          <a:p>
            <a:r>
              <a:t>written into its own notes field that it might have timed dispatch instead of</a:t>
            </a:r>
          </a:p>
          <a:p>
            <a:r>
              <a:t>completion. We threw the run away and repeated it. A passing status is not</a:t>
            </a:r>
          </a:p>
          <a:p>
            <a:r>
              <a:t>sufficient to trust a record."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~2:40   ·   the slide to spend time on, do not cut here</a:t>
            </a:r>
          </a:p>
          <a:p/>
          <a:p>
            <a:r>
              <a:t>"Two comparisons here, and the second one contradicts the first. That is the</a:t>
            </a:r>
          </a:p>
          <a:p>
            <a:r>
              <a:t>point of the slide.</a:t>
            </a:r>
          </a:p>
          <a:p/>
          <a:p>
            <a:r>
              <a:t>[point at the top table, row by row]</a:t>
            </a:r>
          </a:p>
          <a:p>
            <a:r>
              <a:t>The table is all three backends on identical code, identical model, identical</a:t>
            </a:r>
          </a:p>
          <a:p>
            <a:r>
              <a:t>batch. Median step time: nineteen seconds on the CPU, eighty milliseconds on each</a:t>
            </a:r>
          </a:p>
          <a:p>
            <a:r>
              <a:t>accelerator. That is 238 times on the GPU and 237 times on the TPU</a:t>
            </a:r>
          </a:p>
          <a:p>
            <a:r>
              <a:t>slice, third row. Now look at the fourth row, because that is the row that</a:t>
            </a:r>
          </a:p>
          <a:p>
            <a:r>
              <a:t>actually matters. Mean chip utilisation: 1.6 percent on the GH200. The</a:t>
            </a:r>
          </a:p>
          <a:p>
            <a:r>
              <a:t>accelerator is idle for essentially the whole run. Peak memory, bottom row, is</a:t>
            </a:r>
          </a:p>
          <a:p>
            <a:r>
              <a:t>5 and 7 percent. Neither chip is doing anything.</a:t>
            </a:r>
          </a:p>
          <a:p/>
          <a:p>
            <a:r>
              <a:t>[point at the bold line under the table]</a:t>
            </a:r>
          </a:p>
          <a:p>
            <a:r>
              <a:t>So the two accelerators tie to within a quarter of a percent, and for a while we</a:t>
            </a:r>
          </a:p>
          <a:p>
            <a:r>
              <a:t>thought that tie was the headline. It was an artefact. At batch one what we were</a:t>
            </a:r>
          </a:p>
          <a:p>
            <a:r>
              <a:t>comparing was launch latency, not compute.</a:t>
            </a:r>
          </a:p>
          <a:p/>
          <a:p>
            <a:r>
              <a:t>[point at the chart]</a:t>
            </a:r>
          </a:p>
          <a:p>
            <a:r>
              <a:t>This is the same two chips at four billion parameters, with the batch size swept</a:t>
            </a:r>
          </a:p>
          <a:p>
            <a:r>
              <a:t>until they died. Orange is one GH200, blue is eight TPU chips. The Hopper climbs</a:t>
            </a:r>
          </a:p>
          <a:p>
            <a:r>
              <a:t>from 11,557 to 13,218 tokens a second. The blue line is flat at about</a:t>
            </a:r>
          </a:p>
          <a:p>
            <a:r>
              <a:t>4,678, which means the slice saturated at batch eight and the extra work</a:t>
            </a:r>
          </a:p>
          <a:p>
            <a:r>
              <a:t>bought nothing at all. At batch 32 the blue line stops, because the slice runs out</a:t>
            </a:r>
          </a:p>
          <a:p>
            <a:r>
              <a:t>of memory a full step before the GPU does.</a:t>
            </a:r>
          </a:p>
          <a:p/>
          <a:p>
            <a:r>
              <a:t>So: 2.7 times the throughput of eight TPU chips, from one Hopper chip,</a:t>
            </a:r>
          </a:p>
          <a:p>
            <a:r>
              <a:t>big number top right. The batch-one tie was not wrong, it was measured at an</a:t>
            </a:r>
          </a:p>
          <a:p>
            <a:r>
              <a:t>operating point where the answer is meaningless.</a:t>
            </a:r>
          </a:p>
          <a:p/>
          <a:p>
            <a:r>
              <a:t>[point at the bottom right card]</a:t>
            </a:r>
          </a:p>
          <a:p>
            <a:r>
              <a:t>And the controlled experiment. We had identified checkpoint load as the largest</a:t>
            </a:r>
          </a:p>
          <a:p>
            <a:r>
              <a:t>phase, so we turned on the gcsfuse file cache and re-ran the identical job. Load</a:t>
            </a:r>
          </a:p>
          <a:p>
            <a:r>
              <a:t>got 14.6 times faster, total wall clock fell 31 percent. The</a:t>
            </a:r>
          </a:p>
          <a:p>
            <a:r>
              <a:t>control is the last line: median step time is unchanged to the fourth decimal.</a:t>
            </a:r>
          </a:p>
          <a:p>
            <a:r>
              <a:t>Nothing about the computation moved. Only I/O did."</a:t>
            </a:r>
          </a:p>
          <a:p/>
          <a:p>
            <a:r>
              <a:t>Hand back to Leonard.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~2:50</a:t>
            </a:r>
          </a:p>
          <a:p/>
          <a:p>
            <a:r>
              <a:t>"Three findings, and then what it means for us.</a:t>
            </a:r>
          </a:p>
          <a:p/>
          <a:p>
            <a:r>
              <a:t>[point at the first card]</a:t>
            </a:r>
          </a:p>
          <a:p>
            <a:r>
              <a:t>First, the chip was never the bottleneck. Of 733 seconds of</a:t>
            </a:r>
          </a:p>
          <a:p>
            <a:r>
              <a:t>wall clock, only 28 percent is arithmetic, and the single largest</a:t>
            </a:r>
          </a:p>
          <a:p>
            <a:r>
              <a:t>phase, 32 percent, is reading the checkpoint. We spent most of our</a:t>
            </a:r>
          </a:p>
          <a:p>
            <a:r>
              <a:t>time not computing.</a:t>
            </a:r>
          </a:p>
          <a:p/>
          <a:p>
            <a:r>
              <a:t>[second card]</a:t>
            </a:r>
          </a:p>
          <a:p>
            <a:r>
              <a:t>Second, and this genuinely surprised us: scaling the model did not scale the</a:t>
            </a:r>
          </a:p>
          <a:p>
            <a:r>
              <a:t>cost. Going from 0.6 to 4 billion parameters, under seven times, did not make the</a:t>
            </a:r>
          </a:p>
          <a:p>
            <a:r>
              <a:t>CPU seven times slower. It made it impossible. The compiler never finished with</a:t>
            </a:r>
          </a:p>
          <a:p>
            <a:r>
              <a:t>rematerialisation on, and the kernel killed the process without it, at 31.5</a:t>
            </a:r>
          </a:p>
          <a:p>
            <a:r>
              <a:t>gigabytes against a 31 gibibyte machine. A speedup chart would have drawn a bar</a:t>
            </a:r>
          </a:p>
          <a:p>
            <a:r>
              <a:t>there. The truth is there is no bar, and that discontinuity is the result.</a:t>
            </a:r>
          </a:p>
          <a:p/>
          <a:p>
            <a:r>
              <a:t>[third card]</a:t>
            </a:r>
          </a:p>
          <a:p>
            <a:r>
              <a:t>Third, and this is where the days actually went: the wall was in the supply</a:t>
            </a:r>
          </a:p>
          <a:p>
            <a:r>
              <a:t>chain, not the silicon. The GH200 sat idle while we worked through an ARM64 host,</a:t>
            </a:r>
          </a:p>
          <a:p>
            <a:r>
              <a:t>a segfaulting cross-build, a missing aarch64 wheel, absent credentials and a</a:t>
            </a:r>
          </a:p>
          <a:p>
            <a:r>
              <a:t>registry rejection. Exactly one of the framework's thirty-six dependencies is</a:t>
            </a:r>
          </a:p>
          <a:p>
            <a:r>
              <a:t>TPU-bound. Swapping that one pin is the entire port.</a:t>
            </a:r>
          </a:p>
          <a:p/>
          <a:p>
            <a:r>
              <a:t>[point at the recommendation, bottom left]</a:t>
            </a:r>
          </a:p>
          <a:p>
            <a:r>
              <a:t>[cut if slide 4 landed it] So the recommendation is not to scale out, it is to</a:t>
            </a:r>
          </a:p>
          <a:p>
            <a:r>
              <a:t>amortise. Raise the batch only</a:t>
            </a:r>
          </a:p>
          <a:p>
            <a:r>
              <a:t>until the chip is occupied, then attack fixed cost: cache the compilation, keep</a:t>
            </a:r>
          </a:p>
          <a:p>
            <a:r>
              <a:t>workers warm instead of one pod per job, and turn on the file cache anywhere you</a:t>
            </a:r>
          </a:p>
          <a:p>
            <a:r>
              <a:t>read a checkpoint.</a:t>
            </a:r>
          </a:p>
          <a:p/>
          <a:p>
            <a:r>
              <a:t>[point at the orange box, bottom right]</a:t>
            </a:r>
          </a:p>
          <a:p>
            <a:r>
              <a:t>And for our startup, that is the answer we came for. Note the batch this is quoted</a:t>
            </a:r>
          </a:p>
          <a:p>
            <a:r>
              <a:t>at: batch eight, which is the slice's own best operating point, not the one where</a:t>
            </a:r>
          </a:p>
          <a:p>
            <a:r>
              <a:t>it looks worst. Even there, one GH200 is 2.5 times faster than the eight</a:t>
            </a:r>
          </a:p>
          <a:p>
            <a:r>
              <a:t>chips and costs 10 times less per thousand steps, $0.56</a:t>
            </a:r>
          </a:p>
          <a:p>
            <a:r>
              <a:t>against $5.72. One caveat we want to state ourselves: the TPU rate is what we were</a:t>
            </a:r>
          </a:p>
          <a:p>
            <a:r>
              <a:t>actually billed, the GH200 rate is a market proxy because the hardware is</a:t>
            </a:r>
          </a:p>
          <a:p>
            <a:r>
              <a:t>on-premises and Google does not sell one. We checked the ordering across the whole</a:t>
            </a:r>
          </a:p>
          <a:p>
            <a:r>
              <a:t>published price range for that chip and it does not flip.</a:t>
            </a:r>
          </a:p>
          <a:p/>
          <a:p>
            <a:r>
              <a:t>Self-hosting is not the cost problem we assumed it was. The real cost is fixed</a:t>
            </a:r>
          </a:p>
          <a:p>
            <a:r>
              <a:t>overhead per job, and that is an architecture decision, not a hardware purchase.</a:t>
            </a:r>
          </a:p>
          <a:p/>
          <a:p>
            <a:r>
              <a:t>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120640" cy="1966955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64515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4852"/>
            <a:ext cx="4645152" cy="1215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30752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09651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3" name="Picture 12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587044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249424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3218688"/>
            <a:ext cx="3886200" cy="12755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34564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1" y="3782568"/>
            <a:ext cx="3410712" cy="540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590288"/>
            <a:ext cx="3886200" cy="17327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1" y="48280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1" y="5154168"/>
            <a:ext cx="3410712" cy="99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on: checkpoint load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14.6× faster, 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Median step time unchanged to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checkpoint: 32 %.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72000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78224"/>
            <a:ext cx="5394960" cy="239265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15968"/>
            <a:ext cx="491947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658868"/>
            <a:ext cx="49194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batch 8, the slice's own best point: one GH200 runs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2.5× faster than eight TPU chips and costs 10× less,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1,000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6103620"/>
            <a:ext cx="4919472" cy="26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717A85"/>
                </a:solidFill>
                <a:latin typeface="Helvetica Neue"/>
              </a:rPr>
              <a:t>TPU rate billed; the GH200 rate is a market proxy.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