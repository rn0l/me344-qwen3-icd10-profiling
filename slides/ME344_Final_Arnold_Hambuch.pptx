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LEONARD  (~50 s)</a:t>
            </a:r>
          </a:p>
          <a:p/>
          <a:p>
            <a:r>
              <a:t>"Some context first, because it explains why we picked this workload.</a:t>
            </a:r>
          </a:p>
          <a:p/>
          <a:p>
            <a:r>
              <a:t>We run a startup called Dr. Findus. German GPs have to attach billing and ICD-10</a:t>
            </a:r>
          </a:p>
          <a:p>
            <a:r>
              <a:t>codes to every single consultation. We read the clinical note and propose the</a:t>
            </a:r>
          </a:p>
          <a:p>
            <a:r>
              <a:t>codes — the physician confirms each one before anything is written, which is a</a:t>
            </a:r>
          </a:p>
          <a:p>
            <a:r>
              <a:t>legal requirement here. For us reliability is the product: over-coding is not a</a:t>
            </a:r>
          </a:p>
          <a:p>
            <a:r>
              <a:t>bug, it is fraud exposure.</a:t>
            </a:r>
          </a:p>
          <a:p/>
          <a:p>
            <a:r>
              <a:t>Today that runs on hosted APIs. The question we could not answer was whether it</a:t>
            </a:r>
          </a:p>
          <a:p>
            <a:r>
              <a:t>could run on our own hardware, and what that would cost. That is an</a:t>
            </a:r>
          </a:p>
          <a:p>
            <a:r>
              <a:t>infrastructure question, not a model question — so we built the workload and</a:t>
            </a:r>
          </a:p>
          <a:p>
            <a:r>
              <a:t>measured it instead of guessing.</a:t>
            </a:r>
          </a:p>
          <a:p/>
          <a:p>
            <a:r>
              <a:t>The workload is a LoRA fine-tune of Qwen3 on CodiEsp: a thousand real Spanish</a:t>
            </a:r>
          </a:p>
          <a:p>
            <a:r>
              <a:t>clinical case reports annotated with ICD-10 codes. Eight gigabytes of weights,</a:t>
            </a:r>
          </a:p>
          <a:p>
            <a:r>
              <a:t>cases up to two and a half thousand tokens, three backends, one JAX program.</a:t>
            </a:r>
          </a:p>
          <a:p/>
          <a:p>
            <a:r>
              <a:t>And to be clear about what is being graded: accuracy earns no marks. What we are</a:t>
            </a:r>
          </a:p>
          <a:p>
            <a:r>
              <a:t>studying is where the time goes — and what it takes to run the job at 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LEONARD  (~50 s)</a:t>
            </a:r>
          </a:p>
          <a:p/>
          <a:p>
            <a:r>
              <a:t>"The architecture is deliberately one code path. A single JAX program, and XLA</a:t>
            </a:r>
          </a:p>
          <a:p>
            <a:r>
              <a:t>lowers it to three different backends. No per-backend reimplementation — that is</a:t>
            </a:r>
          </a:p>
          <a:p>
            <a:r>
              <a:t>what makes the comparison honest, because all three run literally the same code.</a:t>
            </a:r>
          </a:p>
          <a:p/>
          <a:p>
            <a:r>
              <a:t>Around it: three pinned Docker images, Kubernetes Jobs across two clusters, and</a:t>
            </a:r>
          </a:p>
          <a:p>
            <a:r>
              <a:t>Kueue for admission on the TPU pool. Every manifest states its CPU, memory and</a:t>
            </a:r>
          </a:p>
          <a:p>
            <a:r>
              <a:t>accelerator limits explicitly.</a:t>
            </a:r>
          </a:p>
          <a:p/>
          <a:p>
            <a:r>
              <a:t>Storage is where one of our two headline results comes from. The eight-gigabyte</a:t>
            </a:r>
          </a:p>
          <a:p>
            <a:r>
              <a:t>checkpoint is read from a bucket over gcsfuse, and we deliberately left the file</a:t>
            </a:r>
          </a:p>
          <a:p>
            <a:r>
              <a:t>cache as a knob instead of fixing it — because that knob turned out to be the</a:t>
            </a:r>
          </a:p>
          <a:p>
            <a:r>
              <a:t>experiment.</a:t>
            </a:r>
          </a:p>
          <a:p/>
          <a:p>
            <a:r>
              <a:t>One line to flag before Luis takes over: the GH200's host processor is ARM64,</a:t>
            </a:r>
          </a:p>
          <a:p>
            <a:r>
              <a:t>not x86. That single fact cost us five separate blockers, and I will come back</a:t>
            </a:r>
          </a:p>
          <a:p>
            <a:r>
              <a:t>to it at the end."</a:t>
            </a:r>
          </a:p>
          <a:p/>
          <a:p>
            <a:r>
              <a:t>→ hand over to Luis.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 (~55 s)</a:t>
            </a:r>
          </a:p>
          <a:p/>
          <a:p>
            <a:r>
              <a:t>"We did not measure total runtime and divide by steps. Every run takes its own</a:t>
            </a:r>
          </a:p>
          <a:p>
            <a:r>
              <a:t>wall clock apart into six phases — scheduling, image pull, checkpoint load, XLA</a:t>
            </a:r>
          </a:p>
          <a:p>
            <a:r>
              <a:t>compile, the steady-state steps, and checkpoint write. The chart on the right is</a:t>
            </a:r>
          </a:p>
          <a:p>
            <a:r>
              <a:t>that decomposition for one run.</a:t>
            </a:r>
          </a:p>
          <a:p/>
          <a:p>
            <a:r>
              <a:t>On top of it we swept batch size and sequence length until the job died. We keep</a:t>
            </a:r>
          </a:p>
          <a:p>
            <a:r>
              <a:t>the failed cell rather than dropping it, because the failure boundary is exactly</a:t>
            </a:r>
          </a:p>
          <a:p>
            <a:r>
              <a:t>what a memory chart needs.</a:t>
            </a:r>
          </a:p>
          <a:p/>
          <a:p>
            <a:r>
              <a:t>All of it writes against one fixed schema — one JSON per run — and every figure</a:t>
            </a:r>
          </a:p>
          <a:p>
            <a:r>
              <a:t>in this deck reads those files and nothing else. Nothing on these slides was</a:t>
            </a:r>
          </a:p>
          <a:p>
            <a:r>
              <a:t>typed in by hand.</a:t>
            </a:r>
          </a:p>
          <a:p/>
          <a:p>
            <a:r>
              <a:t>The red box is the part I would defend hardest. One run came back reporting</a:t>
            </a:r>
          </a:p>
          <a:p>
            <a:r>
              <a:t>ninety-three microseconds per step. Eleven million tokens a second. Physically</a:t>
            </a:r>
          </a:p>
          <a:p>
            <a:r>
              <a:t>impossible — and it carried a passing status. What caught it was that the</a:t>
            </a:r>
          </a:p>
          <a:p>
            <a:r>
              <a:t>telemetry module had written into its own notes field that it might have timed</a:t>
            </a:r>
          </a:p>
          <a:p>
            <a:r>
              <a:t>dispatch instead of completion. We threw the run away and repeated it. Without</a:t>
            </a:r>
          </a:p>
          <a:p>
            <a:r>
              <a:t>that field, that number would have gone straight into a bar chart."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LUIS  (~85 s — this is the slide to spend time on)</a:t>
            </a:r>
          </a:p>
          <a:p/>
          <a:p>
            <a:r>
              <a:t>"Same model, same batch, same sequence length, same script. The only thing that</a:t>
            </a:r>
          </a:p>
          <a:p>
            <a:r>
              <a:t>changes across these columns is the silicon.</a:t>
            </a:r>
          </a:p>
          <a:p/>
          <a:p>
            <a:r>
              <a:t>The headline is the two accelerator columns. One GH200 matches an eight-chip TPU</a:t>
            </a:r>
          </a:p>
          <a:p>
            <a:r>
              <a:t>slice to within a quarter of a percent. Not eight times slower — the same.</a:t>
            </a:r>
          </a:p>
          <a:p/>
          <a:p>
            <a:r>
              <a:t>But read the memory row before you conclude anything about TPUs. At batch one the</a:t>
            </a:r>
          </a:p>
          <a:p>
            <a:r>
              <a:t>job uses five percent of the GPU and seven percent of the TPU. Neither accelerator</a:t>
            </a:r>
          </a:p>
          <a:p>
            <a:r>
              <a:t>is busy. The workload is latency-bound, so the extra seven chips have nothing to</a:t>
            </a:r>
          </a:p>
          <a:p>
            <a:r>
              <a:t>do. This is a statement about our operating point, not about the v5e being slow.</a:t>
            </a:r>
          </a:p>
          <a:p/>
          <a:p>
            <a:r>
              <a:t>Then the result I am proudest of, on the right. We identified checkpoint load as</a:t>
            </a:r>
          </a:p>
          <a:p>
            <a:r>
              <a:t>the largest single phase, enabled the gcsfuse file cache — one line in the</a:t>
            </a:r>
          </a:p>
          <a:p>
            <a:r>
              <a:t>manifest — and re-ran. Load dropped fourteen and a half times. Total wall clock</a:t>
            </a:r>
          </a:p>
          <a:p>
            <a:r>
              <a:t>fell by thirty-one percent.</a:t>
            </a:r>
          </a:p>
          <a:p/>
          <a:p>
            <a:r>
              <a:t>And the control is what makes it conclusive: median step time went from 1.75122</a:t>
            </a:r>
          </a:p>
          <a:p>
            <a:r>
              <a:t>seconds to 1.75117. Identical to the fourth decimal. The computation did not</a:t>
            </a:r>
          </a:p>
          <a:p>
            <a:r>
              <a:t>change at all. Only I/O moved — which is why we can attribute the saving to the</a:t>
            </a:r>
          </a:p>
          <a:p>
            <a:r>
              <a:t>cache rather than to noise. That is the difference between measuring and</a:t>
            </a:r>
          </a:p>
          <a:p>
            <a:r>
              <a:t>demonstrating."</a:t>
            </a:r>
          </a:p>
          <a:p/>
          <a:p>
            <a:r>
              <a:t>→ hand back to Leonard.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LEONARD  (~65 s)</a:t>
            </a:r>
          </a:p>
          <a:p/>
          <a:p>
            <a:r>
              <a:t>"Three findings, and then what it means for us.</a:t>
            </a:r>
          </a:p>
          <a:p/>
          <a:p>
            <a:r>
              <a:t>First, the chip was never the bottleneck. Of seven hundred thirty-three seconds</a:t>
            </a:r>
          </a:p>
          <a:p>
            <a:r>
              <a:t>of wall clock, only twenty-eight percent is arithmetic. The single largest phase</a:t>
            </a:r>
          </a:p>
          <a:p>
            <a:r>
              <a:t>is reading the checkpoint. We spent most of our time not computing.</a:t>
            </a:r>
          </a:p>
          <a:p/>
          <a:p>
            <a:r>
              <a:t>Second, and this genuinely surprised us: scaling the model did not scale the</a:t>
            </a:r>
          </a:p>
          <a:p>
            <a:r>
              <a:t>cost. Going from 0.6 to 4 billion parameters — under seven times — did not make</a:t>
            </a:r>
          </a:p>
          <a:p>
            <a:r>
              <a:t>the CPU seven times slower. It made it impossible. The compiler never finished</a:t>
            </a:r>
          </a:p>
          <a:p>
            <a:r>
              <a:t>with rematerialisation on, and the kernel killed the process without it. A</a:t>
            </a:r>
          </a:p>
          <a:p>
            <a:r>
              <a:t>speedup chart would have drawn a bar. The truth is there is no bar.</a:t>
            </a:r>
          </a:p>
          <a:p/>
          <a:p>
            <a:r>
              <a:t>Third, and this is where the day actually went: the wall was in the supply chain.</a:t>
            </a:r>
          </a:p>
          <a:p>
            <a:r>
              <a:t>The GH200 sat idle while we worked through an ARM64 host, a segfaulting</a:t>
            </a:r>
          </a:p>
          <a:p>
            <a:r>
              <a:t>cross-build, a missing wheel, absent credentials and a registry rejection.</a:t>
            </a:r>
          </a:p>
          <a:p>
            <a:r>
              <a:t>Exactly one of the framework's thirty-six dependencies is TPU-bound. Swapping</a:t>
            </a:r>
          </a:p>
          <a:p>
            <a:r>
              <a:t>that one is the entire port.</a:t>
            </a:r>
          </a:p>
          <a:p/>
          <a:p>
            <a:r>
              <a:t>So the recommendation is not to scale out — it is to amortise. Raise the batch</a:t>
            </a:r>
          </a:p>
          <a:p>
            <a:r>
              <a:t>only until the chip is occupied, then attack fixed cost.</a:t>
            </a:r>
          </a:p>
          <a:p/>
          <a:p>
            <a:r>
              <a:t>And for our startup, that is the answer we came for. Thirteen cents per thousand</a:t>
            </a:r>
          </a:p>
          <a:p>
            <a:r>
              <a:t>steps on a single GH200, eight times cheaper than the TPU slice at the same</a:t>
            </a:r>
          </a:p>
          <a:p>
            <a:r>
              <a:t>speed. Self-hosting is not the cost problem we assumed it was. The real cost is</a:t>
            </a:r>
          </a:p>
          <a:p>
            <a:r>
              <a:t>fixed overhead per job — and that is an architecture decision, not a hardware</a:t>
            </a:r>
          </a:p>
          <a:p>
            <a:r>
              <a:t>purchase.</a:t>
            </a:r>
          </a:p>
          <a:p/>
          <a:p>
            <a:r>
              <a:t>Happy to take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Can a clinic afford to run its own coding model?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214884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5171A"/>
                </a:solidFill>
                <a:latin typeface="Helvetica Neue"/>
              </a:rPr>
              <a:t>Dr. Findus — our startup, Berlin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German GPs must code every consultation.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We read the note and propose the codes;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the physician confirms each one — a legal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requirement here. Reliability is the product: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over-coding is fraud exposure, not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5171A"/>
                </a:solidFill>
                <a:latin typeface="Helvetica Neue"/>
              </a:rPr>
              <a:t>Today that runs on hosted APIs.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5171A"/>
                </a:solidFill>
                <a:latin typeface="Helvetica Neue"/>
              </a:rPr>
              <a:t>Could it run on our own hardware?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212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An infrastructure question, not a model one —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so we built the workload and measured it.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Qwen3 + LoRA on CodiEsp: 1 000 clinical case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reports, ICD-10 labelled, CC-BY 4.0.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6052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E8590C"/>
                </a:solidFill>
                <a:latin typeface="Helvetica Neue"/>
              </a:rPr>
              <a:t>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18888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of weights at 4B, before a single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activation exists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6052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E8590C"/>
                </a:solidFill>
                <a:latin typeface="Helvetica Neue"/>
              </a:rPr>
              <a:t>2 489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18888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tokens in the longest case —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sequence length is not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605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E8590C"/>
                </a:solidFill>
                <a:latin typeface="Helvetica Neue"/>
              </a:rPr>
              <a:t>3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818888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CPU · GPU · TPU, one JAX program,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no per-backend reimplementation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8064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E8590C"/>
                </a:solidFill>
                <a:latin typeface="Helvetica Neue"/>
              </a:rPr>
              <a:t>Where does the time actually go — and what does it take to run this at all?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717A85"/>
                </a:solidFill>
                <a:latin typeface="Helvetica Neue"/>
              </a:rPr>
              <a:t>No patient data was used. Model accuracy earns no marks here — the object of study is the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One program. Three backends. All measured.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Compilation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One JAX / Flax program.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XLA lowers it to CPU, CUDA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and TPU.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LoRA via qwix, training via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Tunix — no per-backend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reimplementation.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59152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3 pinned Docker images.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Kubernetes Jobs across two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clusters.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Kueue admission on the TPU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pool. Every manifest states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its CPU, memory and chips.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7830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59152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gcsfuse CSI, implicit-dirs.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An 8 GB checkpoint read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from a bucket.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The file cache was left as 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knob rather than fixed —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that knob became the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experiment.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4343400"/>
          <a:ext cx="110642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  <a:gridCol w="2194560"/>
                <a:gridCol w="374903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Hardware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Host arch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How the code got there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CPU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32-core x86_64, 31 GiB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x86_64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bare node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GPU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NVIDIA GH200 480 GB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ARM64 Grace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public image + ConfigMap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TPU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v5e 2×4 — 8 chips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x86_64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private registry + gcsfuse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717A85"/>
                </a:solidFill>
                <a:latin typeface="Helvetica Neue"/>
              </a:rPr>
              <a:t>Note the middle row: the GH200's host is ARM64, not x86. That single fact cost us five separate blockers.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We did not time the job. We took it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Every run takes its own wall clock apart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into six phases — scheduling, image pull,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checkpoint load, XLA compile, the steady-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state steps, checkpoint write.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Batch and sequence sweeps walked until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the job dies. A failed cell is recorded,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never dropped — the boundary is the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measurement.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One schema, one JSON per run. Every figure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here reads those files and nothing else.</a:t>
            </a:r>
          </a:p>
        </p:txBody>
      </p:sp>
      <p:pic>
        <p:nvPicPr>
          <p:cNvPr id="7" name="Picture 6" descr="slide3-wal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00"/>
            <a:ext cx="5760720" cy="12283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3520440"/>
            <a:ext cx="5760720" cy="214884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373075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DC2626"/>
                </a:solidFill>
                <a:latin typeface="Helvetica Neue"/>
              </a:rPr>
              <a:t>The schema caught a lie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411480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One run reported 93 µs per step and 11 M tokens/s.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Impossible — yet it carried status "ok".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Its own notes flagged that it may have timed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5171A"/>
                </a:solidFill>
                <a:latin typeface="Helvetica Neue"/>
              </a:rPr>
              <a:t>dispatch, not completion. Discarded, repeated.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One Hopper chip kept up with eight TPU chips.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66294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25880"/>
                <a:gridCol w="146304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Qwen3-0.6B · bs 1 · seq 1024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CPU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GPU GH200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TPU v5e 2×4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chips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median step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18.99 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0.0798 s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0.0800 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throughput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54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12,834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12,804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speedup vs CPU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1.0×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238×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237×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peak memory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66 %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5.0 %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7.3 %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USD / 1 000 steps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$6.05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E8590C"/>
                          </a:solidFill>
                          <a:latin typeface="Helvetica Neue"/>
                        </a:rPr>
                        <a:t>$0.131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$1.03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691640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8590C"/>
                </a:solidFill>
                <a:latin typeface="Helvetica Neue"/>
              </a:rPr>
              <a:t>0.23 %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35000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difference in step time between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one GH200 and eight v5e chips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880360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8590C"/>
                </a:solidFill>
                <a:latin typeface="Helvetica Neue"/>
              </a:rPr>
              <a:t>14.6×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538728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faster checkpoint load from one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manifest line — 31 % off wall clock</a:t>
            </a:r>
          </a:p>
        </p:txBody>
      </p:sp>
      <p:pic>
        <p:nvPicPr>
          <p:cNvPr id="11" name="Picture 10" descr="slide4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913632"/>
            <a:ext cx="6766560" cy="282948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955279" y="416052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3434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590C"/>
                </a:solidFill>
                <a:latin typeface="Helvetica Neue"/>
              </a:rPr>
              <a:t>The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81728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Median step time before and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after the cache: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1.75122 s  →  1.75117 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The computation did not move.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Only I/O did — so the saving is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5171A"/>
                </a:solidFill>
                <a:latin typeface="Helvetica Neue"/>
              </a:rPr>
              <a:t>attributable, not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The chip was never the bottleneck.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E8590C"/>
                </a:solidFill>
                <a:latin typeface="Helvetica Neue"/>
              </a:rPr>
              <a:t>28 %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5171A"/>
                </a:solidFill>
                <a:latin typeface="Helvetica Neue"/>
              </a:rPr>
              <a:t>of wall clock is 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Of 733 s, only 209 s computes.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The biggest single phase is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reading the checkpoint.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E8590C"/>
                </a:solidFill>
                <a:latin typeface="Helvetica Neue"/>
              </a:rPr>
              <a:t>6.7×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50592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5171A"/>
                </a:solidFill>
                <a:latin typeface="Helvetica Neue"/>
              </a:rPr>
              <a:t>more parameters — CPU stopped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0.6B → 4B did not make the CPU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6.7× slower. XLA never finished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compiling; the kernel killed it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at 31.5 GB.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73736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74519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E8590C"/>
                </a:solidFill>
                <a:latin typeface="Helvetica Neue"/>
              </a:rPr>
              <a:t>1 of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50592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5171A"/>
                </a:solidFill>
                <a:latin typeface="Helvetica Neue"/>
              </a:rPr>
              <a:t>dependencies were TPU-bound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The GH200 sat idle behind an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ARM64 host, a QEMU segfault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and a registry 403. Swapping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717A85"/>
                </a:solidFill>
                <a:latin typeface="Helvetica Neue"/>
              </a:rPr>
              <a:t>one pin is the whole 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3891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8590C"/>
                </a:solidFill>
                <a:latin typeface="Helvetica Neue"/>
              </a:rPr>
              <a:t>Scaling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36592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Do not scale out — amortise. Raise batch only until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the chip is occupied, then attack fixed cost: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persistent compile caches, warm workers instead of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a pod per job, file cache on anything reading a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5171A"/>
                </a:solidFill>
                <a:latin typeface="Helvetica Neue"/>
              </a:rPr>
              <a:t>checkpoint.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15968"/>
            <a:ext cx="5394960" cy="1691640"/>
          </a:xfrm>
          <a:prstGeom prst="roundRect">
            <a:avLst>
              <a:gd name="adj" fmla="val 4000"/>
            </a:avLst>
          </a:prstGeom>
          <a:solidFill>
            <a:srgbClr val="FEF3EA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E8590C"/>
                </a:solidFill>
                <a:latin typeface="Helvetica Neue"/>
              </a:rPr>
              <a:t>What this means for Dr. Findus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28032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At $0.131 per 1 000 steps on one GH200 —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8× cheaper than eight TPU chips at the same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speed — self-hosting is not the cost problem we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assumed. The real cost is fixed overhead per job: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an architecture decision, not a hardware purchase.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717A85"/>
                </a:solidFill>
                <a:latin typeface="Helvetica Neue"/>
              </a:rPr>
              <a:t>9 measured runs · 15 commits · github.com/RN0L/me344-qwen3-icd10-profiling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