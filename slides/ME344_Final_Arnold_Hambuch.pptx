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~55 s   ·   deck is budgeted to 6:00, see the timing note on slide 5</a:t>
            </a:r>
          </a:p>
          <a:p/>
          <a:p>
            <a:r>
              <a:t>"We run Dr. Findus, a startup in Berlin. German GPs have to attach ICD-10 codes to</a:t>
            </a:r>
          </a:p>
          <a:p>
            <a:r>
              <a:t>every consultation. We propose the codes, the physician confirms each one. Today</a:t>
            </a:r>
          </a:p>
          <a:p>
            <a:r>
              <a:t>that runs on hosted APIs, and the question we could not answer was whether it could</a:t>
            </a:r>
          </a:p>
          <a:p>
            <a:r>
              <a:t>run on our own hardware.</a:t>
            </a:r>
          </a:p>
          <a:p/>
          <a:p>
            <a:r>
              <a:t>[left card, then the grey line right]</a:t>
            </a:r>
          </a:p>
          <a:p>
            <a:r>
              <a:t>So we built it and measured it: a LoRA fine-tune of Qwen3-4B on CodiEsp, 500 Spanish</a:t>
            </a:r>
          </a:p>
          <a:p>
            <a:r>
              <a:t>clinical case reports with ICD-10 codes attached, eight gigabytes of weights before</a:t>
            </a:r>
          </a:p>
          <a:p>
            <a:r>
              <a:t>a single activation.</a:t>
            </a:r>
          </a:p>
          <a:p/>
          <a:p>
            <a:r>
              <a:t>[the bars]</a:t>
            </a:r>
          </a:p>
          <a:p>
            <a:r>
              <a:t>And the data sets the first constraint. At 512 tokens only 15 percent of cases fit</a:t>
            </a:r>
          </a:p>
          <a:p>
            <a:r>
              <a:t>uncut. We benchmark at 1024, the orange bar, where 73 percent fit. Doubling the</a:t>
            </a:r>
          </a:p>
          <a:p>
            <a:r>
              <a:t>window fixes the rest and costs memory and time. That trade-off is slide four."</a:t>
            </a:r>
          </a:p>
          <a:p/>
          <a:p>
            <a:r>
              <a:t>IF ASKED</a:t>
            </a:r>
          </a:p>
          <a:p>
            <a:r>
              <a:t>· Why this dataset: reliability is the product for us, over-coding is fraud</a:t>
            </a:r>
          </a:p>
          <a:p>
            <a:r>
              <a:t>  exposure, so a self-hosted model is a compliance question as much as a cost one.</a:t>
            </a:r>
          </a:p>
          <a:p>
            <a:r>
              <a:t>· Accuracy: none is claimed or measured. 250 dev documents exist and evaluate.py was</a:t>
            </a:r>
          </a:p>
          <a:p>
            <a:r>
              <a:t>  never run. The rubric awards nothing for it and neither do we.</a:t>
            </a:r>
          </a:p>
          <a:p>
            <a:r>
              <a:t>· CodiEsp is CC-BY 4.0, real clinical text, de-identified at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~55 s</a:t>
            </a:r>
          </a:p>
          <a:p/>
          <a:p>
            <a:r>
              <a:t>"One code path. A single JAX program, and XLA lowers it to all three backends.</a:t>
            </a:r>
          </a:p>
          <a:p>
            <a:r>
              <a:t>Nothing branches on hardware, which is what makes the comparison honest.</a:t>
            </a:r>
          </a:p>
          <a:p/>
          <a:p>
            <a:r>
              <a:t>[the three cards]</a:t>
            </a:r>
          </a:p>
          <a:p>
            <a:r>
              <a:t>Three pinned Docker images, Kubernetes Jobs across two clusters, Kueue for admission</a:t>
            </a:r>
          </a:p>
          <a:p>
            <a:r>
              <a:t>on the TPU pool, and every manifest states its limits explicitly.</a:t>
            </a:r>
          </a:p>
          <a:p/>
          <a:p>
            <a:r>
              <a:t>[the strip across the middle]</a:t>
            </a:r>
          </a:p>
          <a:p>
            <a:r>
              <a:t>This is the data path. An eight-gigabyte checkpoint in a bucket, mounted into the</a:t>
            </a:r>
          </a:p>
          <a:p>
            <a:r>
              <a:t>pod by the gcsfuse CSI driver, read from /gcs at startup. We left the file cache on</a:t>
            </a:r>
          </a:p>
          <a:p>
            <a:r>
              <a:t>that mount as a knob rather than fixing it, and that knob became the experiment.</a:t>
            </a:r>
          </a:p>
          <a:p>
            <a:r>
              <a:t>Luis comes back to it.</a:t>
            </a:r>
          </a:p>
          <a:p/>
          <a:p>
            <a:r>
              <a:t>[table, GPU row]</a:t>
            </a:r>
          </a:p>
          <a:p>
            <a:r>
              <a:t>One line before I hand over. The GH200's host processor is ARM64, not x86. That</a:t>
            </a:r>
          </a:p>
          <a:p>
            <a:r>
              <a:t>single fact cost us five separate blockers."</a:t>
            </a:r>
          </a:p>
          <a:p/>
          <a:p>
            <a:r>
              <a:t>→ hand over to Luis.</a:t>
            </a:r>
          </a:p>
          <a:p/>
          <a:p>
            <a:r>
              <a:t>IF ASKED</a:t>
            </a:r>
          </a:p>
          <a:p>
            <a:r>
              <a:t>· The five blockers: no aarch64 libtpu wheel, a segfaulting QEMU cross-build, no</a:t>
            </a:r>
          </a:p>
          <a:p>
            <a:r>
              <a:t>  credentials for the private registry, a 403 from it, and a base image that was</a:t>
            </a:r>
          </a:p>
          <a:p>
            <a:r>
              <a:t>  amd64-only. Fix was to delete the registry from the design: public base image,</a:t>
            </a:r>
          </a:p>
          <a:p>
            <a:r>
              <a:t>  source from a ConfigMap, dependencies from PyPI, HF and Zenodo.</a:t>
            </a:r>
          </a:p>
          <a:p>
            <a:r>
              <a:t>· Why two clusters: the TPU pool is GKE in us-west4, the GH200 is on-prem at</a:t>
            </a:r>
          </a:p>
          <a:p>
            <a:r>
              <a:t>  Stanford. Same manifests, different admission.</a:t>
            </a:r>
          </a:p>
          <a:p>
            <a:r>
              <a:t>· Kueue LocalQueue is student-queue; the CPU plane is bare podman, no scheduler.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~65 s</a:t>
            </a:r>
          </a:p>
          <a:p/>
          <a:p>
            <a:r>
              <a:t>"We did not time the job and divide by steps.</a:t>
            </a:r>
          </a:p>
          <a:p/>
          <a:p>
            <a:r>
              <a:t>[left table]</a:t>
            </a:r>
          </a:p>
          <a:p>
            <a:r>
              <a:t>Four quantities, each with a named instrument. Utilisation from nvidia-smi once a</a:t>
            </a:r>
          </a:p>
          <a:p>
            <a:r>
              <a:t>second inside the pod, psutil on the CPU node. Peak memory from JAX's own</a:t>
            </a:r>
          </a:p>
          <a:p>
            <a:r>
              <a:t>memory_stats, peak RSS on the CPU. Step times as median and percentiles, warmup</a:t>
            </a:r>
          </a:p>
          <a:p>
            <a:r>
              <a:t>excluded. And the wall clock split into six phases that are required to sum back to</a:t>
            </a:r>
          </a:p>
          <a:p>
            <a:r>
              <a:t>the total.</a:t>
            </a:r>
          </a:p>
          <a:p/>
          <a:p>
            <a:r>
              <a:t>[the bar]</a:t>
            </a:r>
          </a:p>
          <a:p>
            <a:r>
              <a:t>That is this bar: 733 seconds, left to right. 32 percent of it is just reading the</a:t>
            </a:r>
          </a:p>
          <a:p>
            <a:r>
              <a:t>checkpoint. Only the orange block, 28 percent, is arithmetic.</a:t>
            </a:r>
          </a:p>
          <a:p/>
          <a:p>
            <a:r>
              <a:t>[table underneath]</a:t>
            </a:r>
          </a:p>
          <a:p>
            <a:r>
              <a:t>And memory is what ends every sweep: the largest configuration that fitted, and the</a:t>
            </a:r>
          </a:p>
          <a:p>
            <a:r>
              <a:t>batch that killed it. We keep the failed cells.</a:t>
            </a:r>
          </a:p>
          <a:p/>
          <a:p>
            <a:r>
              <a:t>[red box]</a:t>
            </a:r>
          </a:p>
          <a:p>
            <a:r>
              <a:t>One run came back at eleven million tokens a second carrying a passing status. Its</a:t>
            </a:r>
          </a:p>
          <a:p>
            <a:r>
              <a:t>own notes field caught it. A passing status is not enough to trust a record."</a:t>
            </a:r>
          </a:p>
          <a:p/>
          <a:p>
            <a:r>
              <a:t>IF ASKED</a:t>
            </a:r>
          </a:p>
          <a:p>
            <a:r>
              <a:t>· The lie in detail: 93 µs per step, which is dispatch time, not completion. The</a:t>
            </a:r>
          </a:p>
          <a:p>
            <a:r>
              <a:t>  telemetry module had written the suspicion into notes itself. Discarded, re-run.</a:t>
            </a:r>
          </a:p>
          <a:p>
            <a:r>
              <a:t>· No TPU utilisation counter exists in JAX, only memory statistics. That is why the</a:t>
            </a:r>
          </a:p>
          <a:p>
            <a:r>
              <a:t>  cell on slide 4 says so rather than showing a different quantity.</a:t>
            </a:r>
          </a:p>
          <a:p>
            <a:r>
              <a:t>· Warmup excluded is 10 steps on this run, 2 on the CPU, 5 on the GPU. Never a mean,</a:t>
            </a:r>
          </a:p>
          <a:p>
            <a:r>
              <a:t>  because the first step carries the compile.</a:t>
            </a:r>
          </a:p>
          <a:p>
            <a:r>
              <a:t>· Unattributed time goes to an 'other' field rather than being dropped. Residual</a:t>
            </a:r>
          </a:p>
          <a:p>
            <a:r>
              <a:t>  after reassembly is under 1.1e-13 s on all 8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~90 s   ·   the slide to spend time on</a:t>
            </a:r>
          </a:p>
          <a:p/>
          <a:p>
            <a:r>
              <a:t>"Two comparisons, and the second contradicts the first.</a:t>
            </a:r>
          </a:p>
          <a:p/>
          <a:p>
            <a:r>
              <a:t>[top table]</a:t>
            </a:r>
          </a:p>
          <a:p>
            <a:r>
              <a:t>All three backends, identical code, identical batch. Nineteen seconds a step on the</a:t>
            </a:r>
          </a:p>
          <a:p>
            <a:r>
              <a:t>CPU, eighty milliseconds on both accelerators. That is 238 times.</a:t>
            </a:r>
          </a:p>
          <a:p/>
          <a:p>
            <a:r>
              <a:t>[fourth row]</a:t>
            </a:r>
          </a:p>
          <a:p>
            <a:r>
              <a:t>But look at utilisation: 1.6 percent on the GH200. And peak memory, 5 and 7 percent.</a:t>
            </a:r>
          </a:p>
          <a:p>
            <a:r>
              <a:t>Neither chip is doing anything. The two tie to within a quarter of a percent, and</a:t>
            </a:r>
          </a:p>
          <a:p>
            <a:r>
              <a:t>that tie is an artefact: at batch one we were comparing launch latency, not compute.</a:t>
            </a:r>
          </a:p>
          <a:p/>
          <a:p>
            <a:r>
              <a:t>[the chart]</a:t>
            </a:r>
          </a:p>
          <a:p>
            <a:r>
              <a:t>Same two chips at four billion parameters, batch swept until they died. Orange, one</a:t>
            </a:r>
          </a:p>
          <a:p>
            <a:r>
              <a:t>GH200, climbs from 11,557 to 13,218 tokens a second. Blue, eight TPU chips, is flat</a:t>
            </a:r>
          </a:p>
          <a:p>
            <a:r>
              <a:t>at 4,678: saturated at batch eight, the extra work bought nothing. And it runs out</a:t>
            </a:r>
          </a:p>
          <a:p>
            <a:r>
              <a:t>of memory a full step before the GPU.</a:t>
            </a:r>
          </a:p>
          <a:p/>
          <a:p>
            <a:r>
              <a:t>So 2.7 times the throughput of eight TPU chips, from one Hopper chip. Same hardware,</a:t>
            </a:r>
          </a:p>
          <a:p>
            <a:r>
              <a:t>opposite conclusion, because the first measurement was taken where the answer is</a:t>
            </a:r>
          </a:p>
          <a:p>
            <a:r>
              <a:t>meaningless.</a:t>
            </a:r>
          </a:p>
          <a:p/>
          <a:p>
            <a:r>
              <a:t>[bottom right]</a:t>
            </a:r>
          </a:p>
          <a:p>
            <a:r>
              <a:t>And the controlled experiment. Checkpoint load was the largest phase, so we turned</a:t>
            </a:r>
          </a:p>
          <a:p>
            <a:r>
              <a:t>on the gcsfuse file cache and re-ran. Load 14.6 times faster, wall clock down 31</a:t>
            </a:r>
          </a:p>
          <a:p>
            <a:r>
              <a:t>percent. The control: median step time unchanged to the fourth decimal. Only I/O</a:t>
            </a:r>
          </a:p>
          <a:p>
            <a:r>
              <a:t>moved."</a:t>
            </a:r>
          </a:p>
          <a:p/>
          <a:p>
            <a:r>
              <a:t>Hand back to Leonard.</a:t>
            </a:r>
          </a:p>
          <a:p/>
          <a:p>
            <a:r>
              <a:t>IF ASKED</a:t>
            </a:r>
          </a:p>
          <a:p>
            <a:r>
              <a:t>· Why the GH200 wins under load: identical step speed at batch 1, but the slice</a:t>
            </a:r>
          </a:p>
          <a:p>
            <a:r>
              <a:t>  stops scaling at batch 8 while the Hopper keeps going, and the slice pays 8 chips</a:t>
            </a:r>
          </a:p>
          <a:p>
            <a:r>
              <a:t>  for it.</a:t>
            </a:r>
          </a:p>
          <a:p>
            <a:r>
              <a:t>· Sequence length: 512 to 2048 grows step time as seq^1.30 with peak HBM flat. Remat</a:t>
            </a:r>
          </a:p>
          <a:p>
            <a:r>
              <a:t>  trades capacity for time.</a:t>
            </a:r>
          </a:p>
          <a:p>
            <a:r>
              <a:t>· Batch 16 on the TPU is 1.8 % slower per token than batch 8, so the batch the HBM</a:t>
            </a:r>
          </a:p>
          <a:p>
            <a:r>
              <a:t>  ceiling forbids was not worth having anyway.</a:t>
            </a:r>
          </a:p>
          <a:p>
            <a:r>
              <a:t>· File cache: fileCacheCapacity 0 to 20Gi on the gcsfuse mount, range reads cached.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~85 s</a:t>
            </a:r>
          </a:p>
          <a:p/>
          <a:p>
            <a:r>
              <a:t>"Three findings.</a:t>
            </a:r>
          </a:p>
          <a:p/>
          <a:p>
            <a:r>
              <a:t>[first card]</a:t>
            </a:r>
          </a:p>
          <a:p>
            <a:r>
              <a:t>The chip was never the bottleneck. Of 733 seconds, 28 percent is arithmetic. The</a:t>
            </a:r>
          </a:p>
          <a:p>
            <a:r>
              <a:t>largest single phase is reading a checkpoint.</a:t>
            </a:r>
          </a:p>
          <a:p/>
          <a:p>
            <a:r>
              <a:t>[second card]</a:t>
            </a:r>
          </a:p>
          <a:p>
            <a:r>
              <a:t>Scaling the model did not scale the cost. Under seven times more parameters did not</a:t>
            </a:r>
          </a:p>
          <a:p>
            <a:r>
              <a:t>make the CPU seven times slower, it made it impossible: the compiler never finished,</a:t>
            </a:r>
          </a:p>
          <a:p>
            <a:r>
              <a:t>and without rematerialisation the kernel killed it at 31.5 gigabytes. A speedup</a:t>
            </a:r>
          </a:p>
          <a:p>
            <a:r>
              <a:t>chart would have drawn a bar there. There is no bar.</a:t>
            </a:r>
          </a:p>
          <a:p/>
          <a:p>
            <a:r>
              <a:t>[third card]</a:t>
            </a:r>
          </a:p>
          <a:p>
            <a:r>
              <a:t>And the wall was in the supply chain, not the silicon. Exactly one of the</a:t>
            </a:r>
          </a:p>
          <a:p>
            <a:r>
              <a:t>framework's thirty-six dependencies is TPU-bound. Swapping that one pin is the whole</a:t>
            </a:r>
          </a:p>
          <a:p>
            <a:r>
              <a:t>port.</a:t>
            </a:r>
          </a:p>
          <a:p/>
          <a:p>
            <a:r>
              <a:t>[bottom left]</a:t>
            </a:r>
          </a:p>
          <a:p>
            <a:r>
              <a:t>So: do not scale out, amortise. Raise the batch until the chip is occupied, then</a:t>
            </a:r>
          </a:p>
          <a:p>
            <a:r>
              <a:t>attack fixed cost.</a:t>
            </a:r>
          </a:p>
          <a:p/>
          <a:p>
            <a:r>
              <a:t>[orange box]</a:t>
            </a:r>
          </a:p>
          <a:p>
            <a:r>
              <a:t>For us, that is the answer. At batch eight, the slice's own best point, one GH200 is</a:t>
            </a:r>
          </a:p>
          <a:p>
            <a:r>
              <a:t>2.5 times faster and 10 times cheaper. The TPU rate is what we were billed, the</a:t>
            </a:r>
          </a:p>
          <a:p>
            <a:r>
              <a:t>GH200 is a market proxy, and the ordering holds across its whole published price</a:t>
            </a:r>
          </a:p>
          <a:p>
            <a:r>
              <a:t>range.</a:t>
            </a:r>
          </a:p>
          <a:p/>
          <a:p>
            <a:r>
              <a:t>Self-hosting was not the cost problem. Fixed overhead per job is. Thank you."</a:t>
            </a:r>
          </a:p>
          <a:p/>
          <a:p>
            <a:r>
              <a:t>TIMING   55 s · 55 s · 65 s · 90 s · 85 s   =   5:50 spoken, ~6:00 with handovers.</a:t>
            </a:r>
          </a:p>
          <a:p>
            <a:r>
              <a:t>Read at ~135 words a minute. The IF ASKED blocks are not part of the 6 minutes.</a:t>
            </a:r>
          </a:p>
          <a:p/>
          <a:p>
            <a:r>
              <a:t>IF ASKED</a:t>
            </a:r>
          </a:p>
          <a:p>
            <a:r>
              <a:t>· Biggest remaining win: a persistent XLA compile cache. Already plumbed and</a:t>
            </a:r>
          </a:p>
          <a:p>
            <a:r>
              <a:t>  deliberately left off so the compile cost stays visible. Targets 26 to 32 % of</a:t>
            </a:r>
          </a:p>
          <a:p>
            <a:r>
              <a:t>  wall clock across the runs we have.</a:t>
            </a:r>
          </a:p>
          <a:p>
            <a:r>
              <a:t>· Why not more nodes: at 1.6 % utilisation there is nothing to parallelise. Scaling</a:t>
            </a:r>
          </a:p>
          <a:p>
            <a:r>
              <a:t>  out multiplies the fixed cost we just identified.</a:t>
            </a:r>
          </a:p>
          <a:p>
            <a:r>
              <a:t>· What we would do differently: check egress from inside the cluster, not from the</a:t>
            </a:r>
          </a:p>
          <a:p>
            <a:r>
              <a:t>  node. That one unchecked inference nearly cost us the GPU row entirely.</a:t>
            </a:r>
          </a:p>
          <a:p>
            <a:r>
              <a:t>· 4B on CPU: keep remat and XLA never finishes compiling, over 64 minutes single</a:t>
            </a:r>
          </a:p>
          <a:p>
            <a:r>
              <a:t>  threaded. Drop it and the kernel OOM-kills at 31.5 GB against 31 GiB.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ICD-10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120640" cy="1966955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64515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4852"/>
            <a:ext cx="4645152" cy="1215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55648"/>
            <a:ext cx="5623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761488"/>
            <a:ext cx="5623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Qwen3-4B + LoRA on CodiEsp: 500 train / 250 dev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Spanish case reports, ICD-10 coded,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30752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09651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8 GB of weights at 4B before a single activation.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Median case 802 tokens, longest 2,489.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pic>
        <p:nvPicPr>
          <p:cNvPr id="13" name="Picture 12" descr="slide1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675887"/>
            <a:ext cx="5669280" cy="16399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587044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left as a knob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93008"/>
            <a:ext cx="1106424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9312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5171A"/>
                </a:solidFill>
                <a:latin typeface="Helvetica Neue"/>
              </a:rPr>
              <a:t>gs://me344-tpu-labs-west4   →   gcsfuse CSI sidecar   →   /gcs in the pod   →   8 GB checkpoint   →   HBM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4315968"/>
          <a:ext cx="11064238" cy="1499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node, podman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063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What we sample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Instrument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nvidia-smi 1 Hz · psutil on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jax memory_stats() · peak RSS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median, p10, p90, warmup excluded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Wall clock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six phases, must sum to total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schema, one JSON per run. Every figure in this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deck reads those files and nothing else.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3087"/>
            <a:ext cx="5029200" cy="2021819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70831"/>
            <a:ext cx="455371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13731"/>
            <a:ext cx="4553712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dispatch, not completion. Discarded and re-run.</a:t>
            </a:r>
          </a:p>
        </p:txBody>
      </p:sp>
      <p:pic>
        <p:nvPicPr>
          <p:cNvPr id="11" name="Picture 10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627632"/>
            <a:ext cx="5760720" cy="1827189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852160" y="3710852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8892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Peak memory, largest fitting run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Next step up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66.1 % of 31 GiB (RSS)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4B never ran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67.8 % of 96 GiB HBM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64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v5e,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65.5 % of 16 GiB/chip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32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852160" y="5301908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Memory is what ends every sweep. One batch step past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these numbers, all three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91056"/>
          <a:ext cx="690372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554480"/>
                <a:gridCol w="1554480"/>
                <a:gridCol w="15544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Qwen3-0.6B, batch 1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 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Mean 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44.3 %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no counter exists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33572"/>
            <a:ext cx="6903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Both accelerators are ~238× the CPU and tie with each other to 0.23 %.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At batch 1 neither is busy. That tie is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41648"/>
            <a:ext cx="6903720" cy="18771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591056"/>
            <a:ext cx="3886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7" y="2249424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3218688"/>
            <a:ext cx="3886200" cy="12755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3456432"/>
            <a:ext cx="3410712" cy="234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Memory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1" y="3782568"/>
            <a:ext cx="3410712" cy="540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5171A"/>
                </a:solidFill>
                <a:latin typeface="Helvetica Neue"/>
              </a:rPr>
              <a:t>GH200 fails between 32 and 64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5171A"/>
                </a:solidFill>
                <a:latin typeface="Helvetica Neue"/>
              </a:rPr>
              <a:t>v5e fails between 16 and 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590288"/>
            <a:ext cx="3886200" cy="17327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1" y="4828032"/>
            <a:ext cx="3410712" cy="234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1" y="5154168"/>
            <a:ext cx="3410712" cy="99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on: checkpoint load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14.6× faster, 31 % off wall clock.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Median step time unchanged to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checkpoint: 32 %.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parameters,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to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572000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out. Amortise: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78224"/>
            <a:ext cx="5394960" cy="2392659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315968"/>
            <a:ext cx="491947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658868"/>
            <a:ext cx="49194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At batch 8, the slice's own best point: one GH200 runs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2.5× faster than eight TPU chips and costs 10× less,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$0.56 against $5.72 per 1,000 steps.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Self-hosting is not the cost problem we assumed.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The real cost is fixed overhead per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6103620"/>
            <a:ext cx="4919472" cy="26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717A85"/>
                </a:solidFill>
                <a:latin typeface="Helvetica Neue"/>
              </a:rPr>
              <a:t>TPU rate billed; the GH200 rate is a market proxy.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