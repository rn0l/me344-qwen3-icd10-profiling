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LEONARD  (~50 s)</a:t>
            </a:r>
          </a:p>
          <a:p/>
          <a:p>
            <a:r>
              <a:t>"Some context first, because it explains why we picked this workload.</a:t>
            </a:r>
          </a:p>
          <a:p/>
          <a:p>
            <a:r>
              <a:t>We run a startup called Dr. Findus. German GPs have to attach billing and ICD-10</a:t>
            </a:r>
          </a:p>
          <a:p>
            <a:r>
              <a:t>codes to every single consultation. We read the clinical note and propose the</a:t>
            </a:r>
          </a:p>
          <a:p>
            <a:r>
              <a:t>codes, the physician confirms each one before anything is written, which is a</a:t>
            </a:r>
          </a:p>
          <a:p>
            <a:r>
              <a:t>legal requirement here. For us reliability is the product: over-coding is not a</a:t>
            </a:r>
          </a:p>
          <a:p>
            <a:r>
              <a:t>bug, it is fraud exposure.</a:t>
            </a:r>
          </a:p>
          <a:p/>
          <a:p>
            <a:r>
              <a:t>Today that runs on hosted APIs. The question we could not answer was whether it</a:t>
            </a:r>
          </a:p>
          <a:p>
            <a:r>
              <a:t>could run on our own hardware, and what that would cost. That is an</a:t>
            </a:r>
          </a:p>
          <a:p>
            <a:r>
              <a:t>infrastructure question, not a model question, so we built the workload and</a:t>
            </a:r>
          </a:p>
          <a:p>
            <a:r>
              <a:t>measured it instead of guessing.</a:t>
            </a:r>
          </a:p>
          <a:p/>
          <a:p>
            <a:r>
              <a:t>The workload is a LoRA fine-tune of Qwen3 on CodiEsp: a thousand real Spanish</a:t>
            </a:r>
          </a:p>
          <a:p>
            <a:r>
              <a:t>clinical case reports annotated with ICD-10 codes. Eight gigabytes of weights,</a:t>
            </a:r>
          </a:p>
          <a:p>
            <a:r>
              <a:t>cases up to two and a half thousand tokens, three backends, one JAX program.</a:t>
            </a:r>
          </a:p>
          <a:p/>
          <a:p>
            <a:r>
              <a:t>And to be clear about what is being graded: accuracy earns no marks. What we are</a:t>
            </a:r>
          </a:p>
          <a:p>
            <a:r>
              <a:t>studying is where the time goes, and what it takes to run the job at all."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LEONARD  (~50 s)</a:t>
            </a:r>
          </a:p>
          <a:p/>
          <a:p>
            <a:r>
              <a:t>"The architecture is deliberately one code path. A single JAX program, and XLA</a:t>
            </a:r>
          </a:p>
          <a:p>
            <a:r>
              <a:t>lowers it to three different backends. No per-backend reimplementation, that is</a:t>
            </a:r>
          </a:p>
          <a:p>
            <a:r>
              <a:t>what makes the comparison honest, because all three run literally the same code.</a:t>
            </a:r>
          </a:p>
          <a:p/>
          <a:p>
            <a:r>
              <a:t>Around it: three pinned Docker images, Kubernetes Jobs across two clusters, and</a:t>
            </a:r>
          </a:p>
          <a:p>
            <a:r>
              <a:t>Kueue for admission on the TPU pool. Every manifest states its CPU, memory and</a:t>
            </a:r>
          </a:p>
          <a:p>
            <a:r>
              <a:t>accelerator limits explicitly.</a:t>
            </a:r>
          </a:p>
          <a:p/>
          <a:p>
            <a:r>
              <a:t>Storage is where one of our two headline results comes from. The eight-gigabyte</a:t>
            </a:r>
          </a:p>
          <a:p>
            <a:r>
              <a:t>checkpoint is read from a bucket over gcsfuse, and we deliberately left the file</a:t>
            </a:r>
          </a:p>
          <a:p>
            <a:r>
              <a:t>cache as a knob instead of fixing it, because that knob turned out to be the</a:t>
            </a:r>
          </a:p>
          <a:p>
            <a:r>
              <a:t>experiment.</a:t>
            </a:r>
          </a:p>
          <a:p/>
          <a:p>
            <a:r>
              <a:t>One line to flag before Luis takes over: the GH200's host processor is ARM64,</a:t>
            </a:r>
          </a:p>
          <a:p>
            <a:r>
              <a:t>not x86. That single fact cost us five separate blockers, and I will come back</a:t>
            </a:r>
          </a:p>
          <a:p>
            <a:r>
              <a:t>to it at the end."</a:t>
            </a:r>
          </a:p>
          <a:p/>
          <a:p>
            <a:r>
              <a:t>→ hand over to Luis.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LUIS  (~55 s)</a:t>
            </a:r>
          </a:p>
          <a:p/>
          <a:p>
            <a:r>
              <a:t>"We did not measure total runtime and divide by steps. Every run takes its own</a:t>
            </a:r>
          </a:p>
          <a:p>
            <a:r>
              <a:t>wall clock apart into six phases: scheduling, image pull, checkpoint load, XLA</a:t>
            </a:r>
          </a:p>
          <a:p>
            <a:r>
              <a:t>compile, the steady-state steps, and checkpoint write. The chart on the right is</a:t>
            </a:r>
          </a:p>
          <a:p>
            <a:r>
              <a:t>that decomposition for one run.</a:t>
            </a:r>
          </a:p>
          <a:p/>
          <a:p>
            <a:r>
              <a:t>On top of it we swept batch size and sequence length until the job died. We keep</a:t>
            </a:r>
          </a:p>
          <a:p>
            <a:r>
              <a:t>the failed cell rather than dropping it, because the failure boundary is exactly</a:t>
            </a:r>
          </a:p>
          <a:p>
            <a:r>
              <a:t>what a memory chart needs.</a:t>
            </a:r>
          </a:p>
          <a:p/>
          <a:p>
            <a:r>
              <a:t>All of it writes against one fixed schema, one JSON per run, and every figure</a:t>
            </a:r>
          </a:p>
          <a:p>
            <a:r>
              <a:t>in this deck reads those files and nothing else. Nothing on these slides was</a:t>
            </a:r>
          </a:p>
          <a:p>
            <a:r>
              <a:t>typed in by hand.</a:t>
            </a:r>
          </a:p>
          <a:p/>
          <a:p>
            <a:r>
              <a:t>The red box is the part I would defend hardest. One run came back reporting</a:t>
            </a:r>
          </a:p>
          <a:p>
            <a:r>
              <a:t>ninety-three microseconds per step. Eleven million tokens a second. Physically</a:t>
            </a:r>
          </a:p>
          <a:p>
            <a:r>
              <a:t>impossible, and it carried a passing status. What caught it was that the</a:t>
            </a:r>
          </a:p>
          <a:p>
            <a:r>
              <a:t>telemetry module had written into its own notes field that it might have timed</a:t>
            </a:r>
          </a:p>
          <a:p>
            <a:r>
              <a:t>dispatch instead of completion. We threw the run away and repeated it. Without</a:t>
            </a:r>
          </a:p>
          <a:p>
            <a:r>
              <a:t>that field, that number would have gone straight into a bar chart."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LUIS  (~85 s, the slide to spend time on)</a:t>
            </a:r>
          </a:p>
          <a:p/>
          <a:p>
            <a:r>
              <a:t>"This is the comparison at the model size the project is actually about, four</a:t>
            </a:r>
          </a:p>
          <a:p>
            <a:r>
              <a:t>billion parameters, and at batch sizes where both chips have work to do.</a:t>
            </a:r>
          </a:p>
          <a:p/>
          <a:p>
            <a:r>
              <a:t>One GH200 delivers roughly two and a half times the throughput of an eight-chip</a:t>
            </a:r>
          </a:p>
          <a:p>
            <a:r>
              <a:t>v5e slice. Not per chip. In total.</a:t>
            </a:r>
          </a:p>
          <a:p/>
          <a:p>
            <a:r>
              <a:t>Now, we first measured this at batch one, and there the two tied to within a</a:t>
            </a:r>
          </a:p>
          <a:p>
            <a:r>
              <a:t>quarter of a percent. That looked like a headline. It was an artefact: at batch</a:t>
            </a:r>
          </a:p>
          <a:p>
            <a:r>
              <a:t>one neither accelerator is occupied, so what we were comparing was launch</a:t>
            </a:r>
          </a:p>
          <a:p>
            <a:r>
              <a:t>latency, not compute. Sweeping until they broke is what exposed it.</a:t>
            </a:r>
          </a:p>
          <a:p/>
          <a:p>
            <a:r>
              <a:t>Look at how the two behave as the batch grows. The Hopper climbs from eleven and</a:t>
            </a:r>
          </a:p>
          <a:p>
            <a:r>
              <a:t>a half to thirteen thousand tokens a second. The slice is flat around four and a</a:t>
            </a:r>
          </a:p>
          <a:p>
            <a:r>
              <a:t>half thousand, which means it saturated at batch eight and the extra work bought</a:t>
            </a:r>
          </a:p>
          <a:p>
            <a:r>
              <a:t>nothing. It also runs out of memory a step earlier than the GPU does.</a:t>
            </a:r>
          </a:p>
          <a:p/>
          <a:p>
            <a:r>
              <a:t>The bottom right is the other result. We identified checkpoint load as the</a:t>
            </a:r>
          </a:p>
          <a:p>
            <a:r>
              <a:t>largest phase, enabled the gcsfuse file cache, and re-ran. Load got fourteen and</a:t>
            </a:r>
          </a:p>
          <a:p>
            <a:r>
              <a:t>a half times faster and total wall clock fell by thirty-one percent. The control</a:t>
            </a:r>
          </a:p>
          <a:p>
            <a:r>
              <a:t>is that median step time stayed identical to the fourth decimal, so nothing</a:t>
            </a:r>
          </a:p>
          <a:p>
            <a:r>
              <a:t>about the computation changed. Only I/O moved."</a:t>
            </a:r>
          </a:p>
          <a:p/>
          <a:p>
            <a:r>
              <a:t>Hand back to Leonard.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LEONARD  (~65 s)</a:t>
            </a:r>
          </a:p>
          <a:p/>
          <a:p>
            <a:r>
              <a:t>"Three findings, and then what it means for us.</a:t>
            </a:r>
          </a:p>
          <a:p/>
          <a:p>
            <a:r>
              <a:t>First, the chip was never the bottleneck. Of seven hundred thirty-three seconds</a:t>
            </a:r>
          </a:p>
          <a:p>
            <a:r>
              <a:t>of wall clock, only twenty-eight percent is arithmetic. The single largest phase</a:t>
            </a:r>
          </a:p>
          <a:p>
            <a:r>
              <a:t>is reading the checkpoint. We spent most of our time not computing.</a:t>
            </a:r>
          </a:p>
          <a:p/>
          <a:p>
            <a:r>
              <a:t>Second, and this genuinely surprised us: scaling the model did not scale the</a:t>
            </a:r>
          </a:p>
          <a:p>
            <a:r>
              <a:t>cost. Going from 0.6 to 4 billion parameters, under seven times, did not make</a:t>
            </a:r>
          </a:p>
          <a:p>
            <a:r>
              <a:t>the CPU seven times slower. It made it impossible. The compiler never finished</a:t>
            </a:r>
          </a:p>
          <a:p>
            <a:r>
              <a:t>with rematerialisation on, and the kernel killed the process without it. A</a:t>
            </a:r>
          </a:p>
          <a:p>
            <a:r>
              <a:t>speedup chart would have drawn a bar. The truth is there is no bar.</a:t>
            </a:r>
          </a:p>
          <a:p/>
          <a:p>
            <a:r>
              <a:t>Third, and this is where the day actually went: the wall was in the supply chain.</a:t>
            </a:r>
          </a:p>
          <a:p>
            <a:r>
              <a:t>The GH200 sat idle while we worked through an ARM64 host, a segfaulting</a:t>
            </a:r>
          </a:p>
          <a:p>
            <a:r>
              <a:t>cross-build, a missing wheel, absent credentials and a registry rejection.</a:t>
            </a:r>
          </a:p>
          <a:p>
            <a:r>
              <a:t>Exactly one of the framework's thirty-six dependencies is TPU-bound. Swapping</a:t>
            </a:r>
          </a:p>
          <a:p>
            <a:r>
              <a:t>that one is the entire port.</a:t>
            </a:r>
          </a:p>
          <a:p/>
          <a:p>
            <a:r>
              <a:t>So the recommendation is not to scale out, it is to amortise. Raise the batch</a:t>
            </a:r>
          </a:p>
          <a:p>
            <a:r>
              <a:t>only until the chip is occupied, then attack fixed cost.</a:t>
            </a:r>
          </a:p>
          <a:p/>
          <a:p>
            <a:r>
              <a:t>And for our startup, that is the answer we came for. Thirteen cents per thousand</a:t>
            </a:r>
          </a:p>
          <a:p>
            <a:r>
              <a:t>steps on a single GH200, eight times cheaper than the TPU slice at the same</a:t>
            </a:r>
          </a:p>
          <a:p>
            <a:r>
              <a:t>speed. Self-hosting is not the cost problem we assumed it was. The real cost is</a:t>
            </a:r>
          </a:p>
          <a:p>
            <a:r>
              <a:t>fixed overhead per job, and that is an architecture decision, not a hardware</a:t>
            </a:r>
          </a:p>
          <a:p>
            <a:r>
              <a:t>purchase.</a:t>
            </a:r>
          </a:p>
          <a:p/>
          <a:p>
            <a:r>
              <a:t>Happy to take questions."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Can a clinic afford to run its own coding model?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5171A"/>
                </a:solidFill>
                <a:latin typeface="Helvetica Neue"/>
              </a:rPr>
              <a:t>Dr. Findus, our startup in Berlin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48463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German GPs code every consultation.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We propose, the physician confirms.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Reliability is the product.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Today it runs on hosted APIs.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74519"/>
            <a:ext cx="52120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E8590C"/>
                </a:solidFill>
                <a:latin typeface="Helvetica Neue"/>
              </a:rPr>
              <a:t>Could it run on</a:t>
            </a:r>
          </a:p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E8590C"/>
                </a:solidFill>
                <a:latin typeface="Helvetica Neue"/>
              </a:rPr>
              <a:t>our own hardware?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063240"/>
            <a:ext cx="5212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Qwen3 + LoRA on CodiEsp.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1 000 clinical case reports, ICD-10, CC-BY 4.0.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60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8590C"/>
                </a:solidFill>
                <a:latin typeface="Helvetica Neue"/>
              </a:rPr>
              <a:t>The resource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52628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5171A"/>
                </a:solidFill>
                <a:latin typeface="Helvetica Neue"/>
              </a:rPr>
              <a:t>8 GB of weights at 4B before a single activation.  Cases up to 2 489 tokens.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5171A"/>
                </a:solidFill>
                <a:latin typeface="Helvetica Neue"/>
              </a:rPr>
              <a:t>One JAX program, lowered by XLA to CPU, GPU and TPU.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8978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 i="0">
                <a:solidFill>
                  <a:srgbClr val="15171A"/>
                </a:solidFill>
                <a:latin typeface="Helvetica Neue"/>
              </a:rPr>
              <a:t>Where does the time go, and what does it take to run this at all?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One program. Three backends. All measured.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3520440" cy="169164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Compilation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One JAX program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XLA lowers it to all three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LoRA via qwix, Tunix trainer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783080"/>
            <a:ext cx="3520440" cy="169164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37744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3 pinned Docker images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Kubernetes across 2 clusters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Kueue admission, explicit 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6448" y="1783080"/>
            <a:ext cx="3520440" cy="169164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37744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gcsfuse CSI, implicit-dirs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8 GB checkpoint from a bucket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File cache left as a knob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66928" y="3977639"/>
          <a:ext cx="1106423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749039"/>
                <a:gridCol w="2194560"/>
                <a:gridCol w="3749039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Hardware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Host arch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How the code got there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CPU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32-core x86_64, 31 GiB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bare node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GPU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NVIDIA GH200 480 GB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ARM64 Grace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public image + ConfigMap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TPU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v5e 2×4, 8 chips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private registry + gcsfuse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66928" y="56235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E8590C"/>
                </a:solidFill>
                <a:latin typeface="Helvetica Neue"/>
              </a:rPr>
              <a:t>The GH200 host is ARM64. That one fact cost five separate blockers.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MEASUREMENTS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We did not time the job. We took it apart.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49377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1600" b="0" i="0">
                <a:solidFill>
                  <a:srgbClr val="15171A"/>
                </a:solidFill>
                <a:latin typeface="Helvetica Neue"/>
              </a:rPr>
              <a:t>Six phases per run, not one total</a:t>
            </a:r>
          </a:p>
          <a:p>
            <a:pPr algn="l">
              <a:spcAft>
                <a:spcPts val="1800"/>
              </a:spcAft>
            </a:pPr>
            <a:r>
              <a:rPr sz="1600" b="0" i="0">
                <a:solidFill>
                  <a:srgbClr val="15171A"/>
                </a:solidFill>
                <a:latin typeface="Helvetica Neue"/>
              </a:rPr>
              <a:t>Sweeps walked into OOM, failed cells kept</a:t>
            </a:r>
          </a:p>
          <a:p>
            <a:pPr algn="l">
              <a:spcAft>
                <a:spcPts val="1800"/>
              </a:spcAft>
            </a:pPr>
            <a:r>
              <a:rPr sz="1600" b="0" i="0">
                <a:solidFill>
                  <a:srgbClr val="15171A"/>
                </a:solidFill>
                <a:latin typeface="Helvetica Neue"/>
              </a:rPr>
              <a:t>One schema, one JSON per run</a:t>
            </a:r>
          </a:p>
          <a:p>
            <a:pPr algn="l">
              <a:spcAft>
                <a:spcPts val="1800"/>
              </a:spcAft>
            </a:pPr>
            <a:r>
              <a:rPr sz="1600" b="0" i="0">
                <a:solidFill>
                  <a:srgbClr val="15171A"/>
                </a:solidFill>
                <a:latin typeface="Helvetica Neue"/>
              </a:rPr>
              <a:t>Every figure reads only those files</a:t>
            </a:r>
          </a:p>
        </p:txBody>
      </p:sp>
      <p:pic>
        <p:nvPicPr>
          <p:cNvPr id="7" name="Picture 6" descr="slide3-wal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828800"/>
            <a:ext cx="5760720" cy="12283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852160" y="3520440"/>
            <a:ext cx="5760720" cy="214884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3730752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DC2626"/>
                </a:solidFill>
                <a:latin typeface="Helvetica Neue"/>
              </a:rPr>
              <a:t>The schema caught a lie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4114800"/>
            <a:ext cx="5212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93 µs per step. 11 M tokens/s. Impossible,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yet it carried status "ok".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Its own notes admitted it may have timed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dispatch, not completion. Discarded.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Under load, one GH200 beats eight TPU chips.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91640"/>
          <a:ext cx="70408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182880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Qwen3-4B, seq 1024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GH200  1 chip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v5e  8 chips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Helvetica Neue"/>
                        </a:rPr>
                        <a:t>ratio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>batch 8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8590C"/>
                          </a:solidFill>
                          <a:latin typeface="Helvetica Neue"/>
                        </a:rPr>
                        <a:t>11,557 tok/s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>4,678 tok/s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>2.5x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>batch 16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8590C"/>
                          </a:solidFill>
                          <a:latin typeface="Helvetica Neue"/>
                        </a:rPr>
                        <a:t>12,504 tok/s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>4,596 tok/s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>2.7x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>batch 32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8590C"/>
                          </a:solidFill>
                          <a:latin typeface="Helvetica Neue"/>
                        </a:rPr>
                        <a:t>13,218 tok/s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>out of memory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>batch 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8590C"/>
                          </a:solidFill>
                          <a:latin typeface="Helvetica Neue"/>
                        </a:rPr>
                        <a:t>out of memory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5171A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94760"/>
            <a:ext cx="6858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5171A"/>
                </a:solidFill>
                <a:latin typeface="Helvetica Neue"/>
              </a:rPr>
              <a:t>At batch 1 both chips idle and tie to within 0.23 %. That tie was an artefact.</a:t>
            </a:r>
          </a:p>
        </p:txBody>
      </p:sp>
      <p:pic>
        <p:nvPicPr>
          <p:cNvPr id="8" name="Picture 7" descr="slide4-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526280"/>
            <a:ext cx="6858000" cy="176980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55279" y="1691640"/>
            <a:ext cx="3657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200" b="1" i="0">
                <a:solidFill>
                  <a:srgbClr val="E8590C"/>
                </a:solidFill>
                <a:latin typeface="Helvetica Neue"/>
              </a:rPr>
              <a:t>2.7x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350008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the throughput of an eight-chip v5e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slice, from a single Hopper chip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3291840"/>
            <a:ext cx="3657600" cy="13716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34747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8590C"/>
                </a:solidFill>
                <a:latin typeface="Helvetica Neue"/>
              </a:rPr>
              <a:t>Memory 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794760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GH200 fails between 32 and 64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v5e fails between 16 and 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4846320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502920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8590C"/>
                </a:solidFill>
                <a:latin typeface="Helvetica Neue"/>
              </a:rPr>
              <a:t>The mitigation, controlled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5349240"/>
            <a:ext cx="3200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File cache: load 14.6x faster,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31 % off wall clock.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Step time unchanged to the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fourth decimal.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The chip was never the bottleneck.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37360"/>
            <a:ext cx="3520440" cy="242316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E8590C"/>
                </a:solidFill>
                <a:latin typeface="Helvetica Neue"/>
              </a:rPr>
              <a:t>28 %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of wall clock is arithmetic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Of 733 s, only 209 s computes.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The biggest single phase is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reading the checkpoint.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737360"/>
            <a:ext cx="3520440" cy="242316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874519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5171A"/>
                </a:solidFill>
                <a:latin typeface="Helvetica Neue"/>
              </a:rPr>
              <a:t>6.7×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450592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more parameters, CPU stopped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88036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0.6B to 4B did not make the CPU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6.7× slower. XLA never finished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compiling; the kernel killed it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at 31.5 GB.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1737360"/>
            <a:ext cx="3520440" cy="242316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874519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5171A"/>
                </a:solidFill>
                <a:latin typeface="Helvetica Neue"/>
              </a:rPr>
              <a:t>1 of 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450592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dependencies were TPU-bound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88036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The GH200 sat idle behind an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ARM64 host, a QEMU segfault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and a registry 403. Swapping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one pin is the whole port.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8912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E8590C"/>
                </a:solidFill>
                <a:latin typeface="Helvetica Neue"/>
              </a:rPr>
              <a:t>Scaling recommendation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736592"/>
            <a:ext cx="5394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Do not scale out. Amortise: raise batch only until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the chip is occupied, then attack fixed cost: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persistent compile caches, warm workers instead of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a pod per job, file cache on anything reading a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checkpoint.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261104"/>
            <a:ext cx="5394960" cy="1874519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425696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E8590C"/>
                </a:solidFill>
                <a:latin typeface="Helvetica Neue"/>
              </a:rPr>
              <a:t>What this means for Dr. Findus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773168"/>
            <a:ext cx="49377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On the real 4B workload one GH200 runs 2.7x faster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than eight TPU chips and costs 10x less: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$0.56 against $5.72 per 1 000 steps.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Self-hosting is not the cost problem we assumed.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The real cost is fixed overhead per job.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 i="0">
                <a:solidFill>
                  <a:srgbClr val="717A85"/>
                </a:solidFill>
                <a:latin typeface="Helvetica Neue"/>
              </a:rPr>
              <a:t>13 measured runs  ·  github.com/RN0L/me344-qwen3-icd10-profiling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