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(~45 s)</a:t>
            </a:r>
          </a:p>
          <a:p/>
          <a:p>
            <a:r>
              <a:t>"Our workload is a LoRA fine-tune of Qwen3 on CodiEsp — a thousand real Spanish</a:t>
            </a:r>
          </a:p>
          <a:p>
            <a:r>
              <a:t>clinical case reports annotated with ICD-10 diagnosis codes, openly licensed.</a:t>
            </a:r>
          </a:p>
          <a:p/>
          <a:p>
            <a:r>
              <a:t>But we are not claiming to build a good coding model. The rubric awards nothing</a:t>
            </a:r>
          </a:p>
          <a:p>
            <a:r>
              <a:t>for accuracy, and rightly so. What we are studying is the infrastructure around</a:t>
            </a:r>
          </a:p>
          <a:p>
            <a:r>
              <a:t>the model.</a:t>
            </a:r>
          </a:p>
          <a:p/>
          <a:p>
            <a:r>
              <a:t>The question we instrumented for is on the right: where does the time actually</a:t>
            </a:r>
          </a:p>
          <a:p>
            <a:r>
              <a:t>go — and what does it take to run the job at all?</a:t>
            </a:r>
          </a:p>
          <a:p/>
          <a:p>
            <a:r>
              <a:t>That second half turned out to matter more than we expected. At the small model</a:t>
            </a:r>
          </a:p>
          <a:p>
            <a:r>
              <a:t>size all three backends run and the comparison is clean. At four billion</a:t>
            </a:r>
          </a:p>
          <a:p>
            <a:r>
              <a:t>parameters the CPU does not run in any configuration we tried. Not slower —</a:t>
            </a:r>
          </a:p>
          <a:p>
            <a:r>
              <a:t>impossible."</a:t>
            </a:r>
          </a:p>
          <a:p/>
          <a:p>
            <a:r>
              <a:t>→ hand over after the question, or continue straight into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(~55 s)</a:t>
            </a:r>
          </a:p>
          <a:p/>
          <a:p>
            <a:r>
              <a:t>"The architecture is deliberately one code path. A single JAX program, and XLA</a:t>
            </a:r>
          </a:p>
          <a:p>
            <a:r>
              <a:t>lowers it to three different backends — no per-backend reimplementation, which</a:t>
            </a:r>
          </a:p>
          <a:p>
            <a:r>
              <a:t>is what makes the comparison honest.</a:t>
            </a:r>
          </a:p>
          <a:p/>
          <a:p>
            <a:r>
              <a:t>Around it: three pinned Docker images, Kubernetes Jobs across two clusters, and</a:t>
            </a:r>
          </a:p>
          <a:p>
            <a:r>
              <a:t>Kueue for admission on the TPU pool. Every manifest states its CPU, memory and</a:t>
            </a:r>
          </a:p>
          <a:p>
            <a:r>
              <a:t>accelerator limits explicitly.</a:t>
            </a:r>
          </a:p>
          <a:p/>
          <a:p>
            <a:r>
              <a:t>The storage tier is where one of our two headline results comes from. The eight</a:t>
            </a:r>
          </a:p>
          <a:p>
            <a:r>
              <a:t>gigabyte checkpoint is read from a bucket over gcsfuse, and we exposed the file</a:t>
            </a:r>
          </a:p>
          <a:p>
            <a:r>
              <a:t>cache as a knob rather than fixing it — because that knob turned out to be the</a:t>
            </a:r>
          </a:p>
          <a:p>
            <a:r>
              <a:t>experiment.</a:t>
            </a:r>
          </a:p>
          <a:p/>
          <a:p>
            <a:r>
              <a:t>One thing worth flagging in the bottom row: the GH200 host is ARM64, not x86.</a:t>
            </a:r>
          </a:p>
          <a:p>
            <a:r>
              <a:t>That single fact cost us five separate blockers, and I will come back to it."</a:t>
            </a:r>
          </a:p>
          <a:p/>
          <a:p>
            <a:r>
              <a:t>→ hand over to Luis at the end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(~55 s)</a:t>
            </a:r>
          </a:p>
          <a:p/>
          <a:p>
            <a:r>
              <a:t>"We did not measure total runtime and divide. Every run decomposes its own wall</a:t>
            </a:r>
          </a:p>
          <a:p>
            <a:r>
              <a:t>clock into six phases — scheduling, image pull, checkpoint load, XLA compile,</a:t>
            </a:r>
          </a:p>
          <a:p>
            <a:r>
              <a:t>the steady-state steps, and checkpoint write. The chart on the right is that</a:t>
            </a:r>
          </a:p>
          <a:p>
            <a:r>
              <a:t>decomposition.</a:t>
            </a:r>
          </a:p>
          <a:p/>
          <a:p>
            <a:r>
              <a:t>On top of it we swept batch size and sequence length until the job died, and we</a:t>
            </a:r>
          </a:p>
          <a:p>
            <a:r>
              <a:t>keep the failed cell rather than dropping it, because the failure boundary is</a:t>
            </a:r>
          </a:p>
          <a:p>
            <a:r>
              <a:t>exactly what the memory chart needs.</a:t>
            </a:r>
          </a:p>
          <a:p/>
          <a:p>
            <a:r>
              <a:t>All of it writes against one fixed schema — one JSON per run — and every figure</a:t>
            </a:r>
          </a:p>
          <a:p>
            <a:r>
              <a:t>in this deck reads those files and nothing else.</a:t>
            </a:r>
          </a:p>
          <a:p/>
          <a:p>
            <a:r>
              <a:t>The bottom-left is the part I would defend hardest. One run came back reporting</a:t>
            </a:r>
          </a:p>
          <a:p>
            <a:r>
              <a:t>ninety-three microseconds per step, eleven million tokens a second. Physically</a:t>
            </a:r>
          </a:p>
          <a:p>
            <a:r>
              <a:t>impossible. It carried a passing status — but the telemetry module had written</a:t>
            </a:r>
          </a:p>
          <a:p>
            <a:r>
              <a:t>into its notes field that it might have timed dispatch instead of completion.</a:t>
            </a:r>
          </a:p>
          <a:p>
            <a:r>
              <a:t>We threw that run away and repeated it. Without that field it would have gone</a:t>
            </a:r>
          </a:p>
          <a:p>
            <a:r>
              <a:t>straight into a bar chart."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(~85 s — this is the slide to spend time on)</a:t>
            </a:r>
          </a:p>
          <a:p/>
          <a:p>
            <a:r>
              <a:t>"The table is the like-for-like comparison: same model, same batch, same</a:t>
            </a:r>
          </a:p>
          <a:p>
            <a:r>
              <a:t>sequence length, same script.</a:t>
            </a:r>
          </a:p>
          <a:p/>
          <a:p>
            <a:r>
              <a:t>The headline is the middle two columns. One GH200 matches an eight-chip TPU</a:t>
            </a:r>
          </a:p>
          <a:p>
            <a:r>
              <a:t>slice to within a quarter of a percent. Not eight times slower — the same.</a:t>
            </a:r>
          </a:p>
          <a:p/>
          <a:p>
            <a:r>
              <a:t>The reason is in the memory row. At batch one the job uses five percent of the</a:t>
            </a:r>
          </a:p>
          <a:p>
            <a:r>
              <a:t>GPU and seven percent of the TPU. Neither accelerator is occupied. The workload</a:t>
            </a:r>
          </a:p>
          <a:p>
            <a:r>
              <a:t>is latency-bound, so the extra seven chips have nothing to do. That is a</a:t>
            </a:r>
          </a:p>
          <a:p>
            <a:r>
              <a:t>statement about our configuration, not about the v5e being slow.</a:t>
            </a:r>
          </a:p>
          <a:p/>
          <a:p>
            <a:r>
              <a:t>Then the mitigation, which is the result I am proudest of. We identified</a:t>
            </a:r>
          </a:p>
          <a:p>
            <a:r>
              <a:t>checkpoint load as the largest single phase, turned on the gcsfuse file cache —</a:t>
            </a:r>
          </a:p>
          <a:p>
            <a:r>
              <a:t>one line in the manifest — and re-ran. Load dropped from two hundred thirty-five</a:t>
            </a:r>
          </a:p>
          <a:p>
            <a:r>
              <a:t>seconds to sixteen. Total wall clock fell by thirty-one percent.</a:t>
            </a:r>
          </a:p>
          <a:p/>
          <a:p>
            <a:r>
              <a:t>And the control is what makes it conclusive: the step time is identical to the</a:t>
            </a:r>
          </a:p>
          <a:p>
            <a:r>
              <a:t>fourth decimal place. Nothing about the computation changed. Only the I/O moved.</a:t>
            </a:r>
          </a:p>
          <a:p>
            <a:r>
              <a:t>That is why we can attribute the saving to the cache and not to noise."</a:t>
            </a:r>
          </a:p>
          <a:p/>
          <a:p>
            <a:r>
              <a:t>→ hand back to Leonard.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(~60 s)</a:t>
            </a:r>
          </a:p>
          <a:p/>
          <a:p>
            <a:r>
              <a:t>"Three things we take away.</a:t>
            </a:r>
          </a:p>
          <a:p/>
          <a:p>
            <a:r>
              <a:t>First, the bottleneck is not compute. Of seven hundred thirty-three seconds of</a:t>
            </a:r>
          </a:p>
          <a:p>
            <a:r>
              <a:t>wall clock, two hundred nine — twenty-eight and a half percent — is arithmetic.</a:t>
            </a:r>
          </a:p>
          <a:p>
            <a:r>
              <a:t>The single largest phase is reading the checkpoint. We spent most of our time</a:t>
            </a:r>
          </a:p>
          <a:p>
            <a:r>
              <a:t>not computing.</a:t>
            </a:r>
          </a:p>
          <a:p/>
          <a:p>
            <a:r>
              <a:t>Second, and this is the one that surprised us: scaling the model did not scale</a:t>
            </a:r>
          </a:p>
          <a:p>
            <a:r>
              <a:t>the cost. Going from 0.6 to 4 billion parameters, about seven times, did not</a:t>
            </a:r>
          </a:p>
          <a:p>
            <a:r>
              <a:t>make the CPU seven times slower. It made it impossible — the compiler never</a:t>
            </a:r>
          </a:p>
          <a:p>
            <a:r>
              <a:t>finished with rematerialisation on, and the kernel killed the process without</a:t>
            </a:r>
          </a:p>
          <a:p>
            <a:r>
              <a:t>it. A speedup chart would have shown a bar. The truth is there is no bar.</a:t>
            </a:r>
          </a:p>
          <a:p/>
          <a:p>
            <a:r>
              <a:t>Third — and this is where the day actually went — the wall was in the supply</a:t>
            </a:r>
          </a:p>
          <a:p>
            <a:r>
              <a:t>chain, not the hardware. The GH200 sat idle while we worked through an ARM64</a:t>
            </a:r>
          </a:p>
          <a:p>
            <a:r>
              <a:t>host, a segfaulting cross-build, a missing aarch64 wheel, absent credentials and</a:t>
            </a:r>
          </a:p>
          <a:p>
            <a:r>
              <a:t>a registry rejection. Exactly one of the framework's thirty-six dependencies is</a:t>
            </a:r>
          </a:p>
          <a:p>
            <a:r>
              <a:t>TPU-bound. Swapping that one is the entire port.</a:t>
            </a:r>
          </a:p>
          <a:p/>
          <a:p>
            <a:r>
              <a:t>So our recommendation is not to scale out. It is to amortise: raise the batch</a:t>
            </a:r>
          </a:p>
          <a:p>
            <a:r>
              <a:t>only until the chip is occupied, then attack fixed cost — persistent compile</a:t>
            </a:r>
          </a:p>
          <a:p>
            <a:r>
              <a:t>caches, warm workers instead of a pod per job, and a file cache on anything that</a:t>
            </a:r>
          </a:p>
          <a:p>
            <a:r>
              <a:t>reads a checkpoint. For this workload, one GH200 is the better buy than eight</a:t>
            </a:r>
          </a:p>
          <a:p>
            <a:r>
              <a:t>TPU chips."</a:t>
            </a:r>
          </a:p>
          <a:p/>
          <a:p>
            <a:r>
              <a:t>→ "Happy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Where does an LLM fine-tuning job spend its time?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ME344 Final Project · Option 2, custom workload · Leonard Arnold &amp; Luis Hambuch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7607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The workload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LoRA fine-tune of Qwen3 on CodiEsp — 1 000 Spanish clinical case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reports annotated with ICD-10 diagnosis codes (CC-BY 4.0).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500 train / 250 dev, ⌀ 15 codes per document, 1 811 labels.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Why it is a resource problem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4B parameters = 8 GB of weights before a single activation.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Documents run to 2 489 tokens. Model accuracy earns no marks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the object of study is the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Helvetica Neue"/>
              </a:rPr>
              <a:t>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Where does the time actually go —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and what does it take to run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A1A1A"/>
                </a:solidFill>
                <a:latin typeface="Helvetica Neue"/>
              </a:rPr>
              <a:t>the job at 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88620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The second half is not decoration. At Qwen3-0.6B all three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backends run. At 4B the CPU runs in no configuration we tried.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Motivated by Dr. Findus, a medical billing system that maps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Helvetica Neue"/>
              </a:rPr>
              <a:t>clinical documentation to ICD-10. No patient data was used.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One code path, three backends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Proposal, orchestration, and the compilation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657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Compilation 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One JAX / Flax program.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XLA lowers it to CPU, CUDA and TPU.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LoRA via qwix, training via Tunix.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No per-backend reimplementation.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91640"/>
            <a:ext cx="3657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Orchestration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3 pinned Docker images.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Kubernetes Jobs on two clusters.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Kueue admission on the TPU pool.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Explicit CPU / memory / chip limits.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91640"/>
            <a:ext cx="34747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Storage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gcsfuse CSI, implicit-dirs.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8 GB checkpoint from a bucket.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fileCacheCapacity as a knob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that knob is the experiment.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61772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  <a:gridCol w="2377440"/>
                <a:gridCol w="34747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Delivery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v5e 2×4 — 8 chips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How we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Every number below is emitted by the run itself, against a fixed 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1206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Wall-clock decomposition, six phases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scheduling · image pull · checkpoint load ·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XLA compile · steady-state steps · checkpoint write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Sweeps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batch 1→32 and sequence 512→2048, walked into OOM.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 failed cell is recorded, not dropped — the boundary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is the chart.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Contract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docs/metrics-contract.md. One JSON per run.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Charts read results/ and nothing else.</a:t>
            </a:r>
          </a:p>
        </p:txBody>
      </p:sp>
      <p:pic>
        <p:nvPicPr>
          <p:cNvPr id="7" name="Picture 6" descr="panel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60720" cy="25528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8590C"/>
                </a:solidFill>
                <a:latin typeface="Helvetica Neue"/>
              </a:rPr>
              <a:t>The schema caught a bad measurement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1206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One run reported 93 µs per step and 11 M tokens/s — impossible.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It carried status "ok", but telemetry.py had flagged in notes that it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may have timed dispatch, not completion. Discarded and repeated.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Qwen3-0.6B · batch 1 · sequence 1024 · bfloat16 — identical script, identical flags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3152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7373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GPU GH200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TPU v5e 2×4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 chip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8 chips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Median step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Throughput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54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12,834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12,804 tok/s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238.0×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237.5×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44.3 % host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no counter</a:t>
                      </a:r>
                    </a:p>
                  </a:txBody>
                  <a:tcPr anchor="ctr" marL="91440" marT="18288" marB="18288">
                    <a:solidFill>
                      <a:srgbClr val="FDF0E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USD / 1 000 steps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40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8590C"/>
                </a:solidFill>
                <a:latin typeface="Helvetica Neue"/>
              </a:rPr>
              <a:t>One GH200 matches an eight-chip TPU slice to within 0.23 %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At batch 1 the job occupies neither accelerator — 5.0 % of the GH200 and 7.3 %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of the TPU. It is latency-bound, so the extra seven chips buy nothing.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Mitigation: one manifest line — fileCacheCapacity — cut checkpoint load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235 s → 16 s (14.6×) and total wall clock by 31.4 %.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Control: step time identical to the fourth decimal. Only I/O moved.</a:t>
            </a:r>
          </a:p>
        </p:txBody>
      </p:sp>
      <p:pic>
        <p:nvPicPr>
          <p:cNvPr id="9" name="Picture 8" descr="panel-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37360"/>
            <a:ext cx="3931920" cy="27358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8590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84048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241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Helvetica Neue"/>
              </a:rPr>
              <a:t>Bottleneck, mitigation, and 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The bottleneck is not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Of 733 s of wall clock, only 209 s — 28.5 % — is arithmetic.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The largest single phase is reading the checkpoint: 32.1 %.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Scheduling and XLA compilation take most of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Scaling the model did not scale the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Growing Qwen3 from 0.6B to 4B — about 6.7× — did not make the CPU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6.7× slower. It made the CPU impossible: XLA did not finish compiling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in over an hour with remat, and the kernel killed the process 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31.5 GB without it. A speedup chart alone hides that discontinuity.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The wall was in the supply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01168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The GH200 sat idle for a day — not for want of hardware or code.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ARM64 host · QEMU cross-build segfault · libtpu has no aarch64 wheel ·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no cluster credentials · registry 403.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Exactly one of Tunix's 36 declared dependencies is TPU-bound.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Swapping it is the whole 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931920"/>
            <a:ext cx="5394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90C"/>
                </a:solidFill>
                <a:latin typeface="Helvetica Neue"/>
              </a:rPr>
              <a:t>Cost, and the recommendation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4315968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91440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USD per 1 000 steps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TPU 8×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91440" marT="18288" marB="18288">
                    <a:solidFill>
                      <a:srgbClr val="E8590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same workload, list prices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9144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507492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Identical step time, 7.9× the price: eight v5e chips against one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Hopper. Do not scale out — amortise. Raise batch only until the chip is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occupied, then attack fixed cost: persistent compile cache, warm workers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instead of a pod per job, file cache on anything reading a checkpoint.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Helvetica Neue"/>
              </a:rPr>
              <a:t>9 measured runs · 15 commits ·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